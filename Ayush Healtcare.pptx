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1" r:id="rId1"/>
  </p:sldMasterIdLst>
  <p:notesMasterIdLst>
    <p:notesMasterId r:id="rId10"/>
  </p:notesMasterIdLst>
  <p:sldIdLst>
    <p:sldId id="256" r:id="rId2"/>
    <p:sldId id="261" r:id="rId3"/>
    <p:sldId id="263" r:id="rId4"/>
    <p:sldId id="264" r:id="rId5"/>
    <p:sldId id="265" r:id="rId6"/>
    <p:sldId id="280" r:id="rId7"/>
    <p:sldId id="294" r:id="rId8"/>
    <p:sldId id="288" r:id="rId9"/>
  </p:sldIdLst>
  <p:sldSz cx="9144000" cy="5143500" type="screen16x9"/>
  <p:notesSz cx="6858000" cy="9144000"/>
  <p:embeddedFontLst>
    <p:embeddedFont>
      <p:font typeface="Poppins Medium" panose="00000600000000000000" pitchFamily="2" charset="0"/>
      <p:regular r:id="rId11"/>
      <p:bold r:id="rId12"/>
      <p:italic r:id="rId13"/>
      <p:boldItalic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876BC1-9F0E-41C9-9DFB-7E64B3B60FC7}" v="4" dt="2025-04-04T16:58:51.650"/>
    <p1510:client id="{3800FE86-6159-41AC-B25F-A3E4E1A3D555}" v="2100" dt="2025-04-04T18:31:14.210"/>
    <p1510:client id="{4AFD16DB-3561-4BDB-BDC4-2180E61A81C7}" v="21" dt="2025-04-04T16:08:34.857"/>
    <p1510:client id="{58E40866-C159-400F-9B08-D089420343FA}" v="257" dt="2025-04-04T16:41:36.926"/>
    <p1510:client id="{76020264-4427-4BB5-83E9-AFBE57543044}" v="23" dt="2025-04-04T16:57:04.216"/>
    <p1510:client id="{85A29C5F-7E4A-44F0-8477-BADCC7F9F5C6}" v="1053" dt="2025-04-04T18:32:36.228"/>
    <p1510:client id="{B267BCCF-7549-4E9B-8E4F-395402118ED8}" v="62" dt="2025-04-04T16:57:54.530"/>
    <p1510:client id="{B95750BC-7EE1-47EF-9B12-54D400152CC0}" v="4" dt="2025-04-04T16:50:22.724"/>
    <p1510:client id="{CA4A6E8A-1367-8E86-4F7D-FC11AC2154AA}" v="177" dt="2025-04-04T16:45:30.942"/>
    <p1510:client id="{D032924F-71DE-445D-81BA-FE6F9579F7EC}" v="681" dt="2025-04-04T18:14:04.243"/>
    <p1510:client id="{D24BFA49-B499-6E7D-B94C-4689098A81FF}" v="214" dt="2025-04-04T16:05:47.789"/>
  </p1510:revLst>
</p1510:revInfo>
</file>

<file path=ppt/tableStyles.xml><?xml version="1.0" encoding="utf-8"?>
<a:tblStyleLst xmlns:a="http://schemas.openxmlformats.org/drawingml/2006/main" def="{29708D21-40B8-4E8D-B405-9B02CA020B05}">
  <a:tblStyle styleId="{29708D21-40B8-4E8D-B405-9B02CA020B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2880bcb85c6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880bcb85c6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8a0eaa150d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8a0eaa150d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28a0eaa150d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28a0eaa150d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28a0eaa150d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28a0eaa150d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28a0eaa150d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8a0eaa150d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g28a0eaa150d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9" name="Google Shape;1639;g28a0eaa150d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28a0eaa150d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8a0eaa150d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g28a0eaa150d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6" name="Google Shape;1816;g28a0eaa150d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8295550" y="2437150"/>
            <a:ext cx="631500" cy="721150"/>
            <a:chOff x="6533825" y="4313425"/>
            <a:chExt cx="631500" cy="721150"/>
          </a:xfrm>
        </p:grpSpPr>
        <p:sp>
          <p:nvSpPr>
            <p:cNvPr id="10" name="Google Shape;10;p2"/>
            <p:cNvSpPr/>
            <p:nvPr/>
          </p:nvSpPr>
          <p:spPr>
            <a:xfrm>
              <a:off x="6965450" y="49783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6965450" y="4811900"/>
              <a:ext cx="56250" cy="56275"/>
            </a:xfrm>
            <a:custGeom>
              <a:avLst/>
              <a:gdLst/>
              <a:ahLst/>
              <a:cxnLst/>
              <a:rect l="l" t="t" r="r" b="b"/>
              <a:pathLst>
                <a:path w="2250" h="2251" extrusionOk="0">
                  <a:moveTo>
                    <a:pt x="1125" y="1"/>
                  </a:moveTo>
                  <a:cubicBezTo>
                    <a:pt x="517" y="1"/>
                    <a:pt x="0" y="518"/>
                    <a:pt x="0" y="1126"/>
                  </a:cubicBezTo>
                  <a:cubicBezTo>
                    <a:pt x="0" y="1764"/>
                    <a:pt x="517" y="2250"/>
                    <a:pt x="1125" y="2250"/>
                  </a:cubicBezTo>
                  <a:cubicBezTo>
                    <a:pt x="1733" y="2250"/>
                    <a:pt x="2249" y="1764"/>
                    <a:pt x="2249" y="1126"/>
                  </a:cubicBezTo>
                  <a:cubicBezTo>
                    <a:pt x="224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965450" y="46462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965450" y="44798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965450" y="43134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821825" y="49783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821825" y="4811900"/>
              <a:ext cx="55500" cy="56275"/>
            </a:xfrm>
            <a:custGeom>
              <a:avLst/>
              <a:gdLst/>
              <a:ahLst/>
              <a:cxnLst/>
              <a:rect l="l" t="t" r="r" b="b"/>
              <a:pathLst>
                <a:path w="2220" h="2251" extrusionOk="0">
                  <a:moveTo>
                    <a:pt x="1125" y="1"/>
                  </a:moveTo>
                  <a:cubicBezTo>
                    <a:pt x="487" y="1"/>
                    <a:pt x="0" y="518"/>
                    <a:pt x="0" y="1126"/>
                  </a:cubicBezTo>
                  <a:cubicBezTo>
                    <a:pt x="0" y="1764"/>
                    <a:pt x="487" y="2250"/>
                    <a:pt x="1125" y="2250"/>
                  </a:cubicBezTo>
                  <a:cubicBezTo>
                    <a:pt x="1733" y="2250"/>
                    <a:pt x="2219" y="1764"/>
                    <a:pt x="2219" y="1126"/>
                  </a:cubicBezTo>
                  <a:cubicBezTo>
                    <a:pt x="221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821825" y="46462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821825" y="44798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821825" y="43134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09825" y="49783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109825" y="4811900"/>
              <a:ext cx="55500" cy="56275"/>
            </a:xfrm>
            <a:custGeom>
              <a:avLst/>
              <a:gdLst/>
              <a:ahLst/>
              <a:cxnLst/>
              <a:rect l="l" t="t" r="r" b="b"/>
              <a:pathLst>
                <a:path w="2220" h="2251" extrusionOk="0">
                  <a:moveTo>
                    <a:pt x="1125" y="1"/>
                  </a:moveTo>
                  <a:cubicBezTo>
                    <a:pt x="487" y="1"/>
                    <a:pt x="0" y="518"/>
                    <a:pt x="0" y="1126"/>
                  </a:cubicBezTo>
                  <a:cubicBezTo>
                    <a:pt x="0" y="1764"/>
                    <a:pt x="487" y="2250"/>
                    <a:pt x="1125" y="2250"/>
                  </a:cubicBezTo>
                  <a:cubicBezTo>
                    <a:pt x="1733" y="2250"/>
                    <a:pt x="2219" y="1764"/>
                    <a:pt x="2219" y="1126"/>
                  </a:cubicBezTo>
                  <a:cubicBezTo>
                    <a:pt x="221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109825" y="46462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109825" y="44798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109825" y="43134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677450" y="49783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677450" y="4811900"/>
              <a:ext cx="56250" cy="56275"/>
            </a:xfrm>
            <a:custGeom>
              <a:avLst/>
              <a:gdLst/>
              <a:ahLst/>
              <a:cxnLst/>
              <a:rect l="l" t="t" r="r" b="b"/>
              <a:pathLst>
                <a:path w="2250" h="2251" extrusionOk="0">
                  <a:moveTo>
                    <a:pt x="1125" y="1"/>
                  </a:moveTo>
                  <a:cubicBezTo>
                    <a:pt x="517" y="1"/>
                    <a:pt x="0" y="518"/>
                    <a:pt x="0" y="1126"/>
                  </a:cubicBezTo>
                  <a:cubicBezTo>
                    <a:pt x="0" y="1764"/>
                    <a:pt x="517" y="2250"/>
                    <a:pt x="1125" y="2250"/>
                  </a:cubicBezTo>
                  <a:cubicBezTo>
                    <a:pt x="1733" y="2250"/>
                    <a:pt x="2249" y="1764"/>
                    <a:pt x="2249" y="1126"/>
                  </a:cubicBezTo>
                  <a:cubicBezTo>
                    <a:pt x="224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677450" y="46462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677450" y="44798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677450" y="43134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533825" y="49783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533825" y="4811900"/>
              <a:ext cx="55500" cy="56275"/>
            </a:xfrm>
            <a:custGeom>
              <a:avLst/>
              <a:gdLst/>
              <a:ahLst/>
              <a:cxnLst/>
              <a:rect l="l" t="t" r="r" b="b"/>
              <a:pathLst>
                <a:path w="2220" h="2251" extrusionOk="0">
                  <a:moveTo>
                    <a:pt x="1125" y="1"/>
                  </a:moveTo>
                  <a:cubicBezTo>
                    <a:pt x="487" y="1"/>
                    <a:pt x="0" y="518"/>
                    <a:pt x="0" y="1126"/>
                  </a:cubicBezTo>
                  <a:cubicBezTo>
                    <a:pt x="0" y="1764"/>
                    <a:pt x="487" y="2250"/>
                    <a:pt x="1125" y="2250"/>
                  </a:cubicBezTo>
                  <a:cubicBezTo>
                    <a:pt x="1733" y="2250"/>
                    <a:pt x="2219" y="1764"/>
                    <a:pt x="2219" y="1126"/>
                  </a:cubicBezTo>
                  <a:cubicBezTo>
                    <a:pt x="221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533825" y="46462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533825" y="44798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533825" y="43134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7271250" y="3754850"/>
            <a:ext cx="3382300" cy="1993950"/>
            <a:chOff x="1317925" y="2802775"/>
            <a:chExt cx="3382300" cy="1993950"/>
          </a:xfrm>
        </p:grpSpPr>
        <p:sp>
          <p:nvSpPr>
            <p:cNvPr id="36" name="Google Shape;36;p2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2"/>
          <p:cNvGrpSpPr/>
          <p:nvPr/>
        </p:nvGrpSpPr>
        <p:grpSpPr>
          <a:xfrm flipH="1">
            <a:off x="2244842" y="4599425"/>
            <a:ext cx="4489475" cy="193775"/>
            <a:chOff x="1784500" y="1867350"/>
            <a:chExt cx="4489475" cy="193775"/>
          </a:xfrm>
        </p:grpSpPr>
        <p:sp>
          <p:nvSpPr>
            <p:cNvPr id="49" name="Google Shape;49;p2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2328517" y="345725"/>
            <a:ext cx="4489475" cy="193775"/>
            <a:chOff x="1784500" y="1867350"/>
            <a:chExt cx="4489475" cy="193775"/>
          </a:xfrm>
        </p:grpSpPr>
        <p:sp>
          <p:nvSpPr>
            <p:cNvPr id="53" name="Google Shape;53;p2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p2"/>
          <p:cNvSpPr txBox="1">
            <a:spLocks noGrp="1"/>
          </p:cNvSpPr>
          <p:nvPr>
            <p:ph type="ctrTitle"/>
          </p:nvPr>
        </p:nvSpPr>
        <p:spPr>
          <a:xfrm>
            <a:off x="1986225" y="1251900"/>
            <a:ext cx="5174100" cy="21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2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7" name="Google Shape;57;p2"/>
          <p:cNvSpPr txBox="1">
            <a:spLocks noGrp="1"/>
          </p:cNvSpPr>
          <p:nvPr>
            <p:ph type="subTitle" idx="1"/>
          </p:nvPr>
        </p:nvSpPr>
        <p:spPr>
          <a:xfrm>
            <a:off x="1986214" y="3423425"/>
            <a:ext cx="51741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5"/>
          <p:cNvGrpSpPr/>
          <p:nvPr/>
        </p:nvGrpSpPr>
        <p:grpSpPr>
          <a:xfrm flipH="1">
            <a:off x="7919517" y="3983460"/>
            <a:ext cx="1895833" cy="1895866"/>
            <a:chOff x="3835450" y="-252000"/>
            <a:chExt cx="1445325" cy="1445350"/>
          </a:xfrm>
        </p:grpSpPr>
        <p:sp>
          <p:nvSpPr>
            <p:cNvPr id="142" name="Google Shape;142;p5"/>
            <p:cNvSpPr/>
            <p:nvPr/>
          </p:nvSpPr>
          <p:spPr>
            <a:xfrm>
              <a:off x="3835450" y="-252000"/>
              <a:ext cx="1445325" cy="1445350"/>
            </a:xfrm>
            <a:custGeom>
              <a:avLst/>
              <a:gdLst/>
              <a:ahLst/>
              <a:cxnLst/>
              <a:rect l="l" t="t" r="r" b="b"/>
              <a:pathLst>
                <a:path w="57813" h="57814" fill="none" extrusionOk="0">
                  <a:moveTo>
                    <a:pt x="43375" y="14439"/>
                  </a:moveTo>
                  <a:lnTo>
                    <a:pt x="28907" y="1"/>
                  </a:lnTo>
                  <a:lnTo>
                    <a:pt x="14438" y="14439"/>
                  </a:lnTo>
                  <a:lnTo>
                    <a:pt x="0" y="28907"/>
                  </a:lnTo>
                  <a:lnTo>
                    <a:pt x="14438" y="43375"/>
                  </a:lnTo>
                  <a:lnTo>
                    <a:pt x="28907" y="57813"/>
                  </a:lnTo>
                  <a:lnTo>
                    <a:pt x="43375" y="43375"/>
                  </a:lnTo>
                  <a:lnTo>
                    <a:pt x="57813" y="2890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3972225" y="-115200"/>
              <a:ext cx="1171775" cy="1171750"/>
            </a:xfrm>
            <a:custGeom>
              <a:avLst/>
              <a:gdLst/>
              <a:ahLst/>
              <a:cxnLst/>
              <a:rect l="l" t="t" r="r" b="b"/>
              <a:pathLst>
                <a:path w="46871" h="46870" fill="none" extrusionOk="0">
                  <a:moveTo>
                    <a:pt x="46871" y="23435"/>
                  </a:moveTo>
                  <a:lnTo>
                    <a:pt x="35138" y="11733"/>
                  </a:lnTo>
                  <a:lnTo>
                    <a:pt x="23436" y="0"/>
                  </a:lnTo>
                  <a:lnTo>
                    <a:pt x="11733" y="11733"/>
                  </a:lnTo>
                  <a:lnTo>
                    <a:pt x="0" y="23435"/>
                  </a:lnTo>
                  <a:lnTo>
                    <a:pt x="11733" y="35137"/>
                  </a:lnTo>
                  <a:lnTo>
                    <a:pt x="23436" y="46870"/>
                  </a:lnTo>
                  <a:lnTo>
                    <a:pt x="35138" y="3513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4109775" y="22325"/>
              <a:ext cx="896700" cy="896700"/>
            </a:xfrm>
            <a:custGeom>
              <a:avLst/>
              <a:gdLst/>
              <a:ahLst/>
              <a:cxnLst/>
              <a:rect l="l" t="t" r="r" b="b"/>
              <a:pathLst>
                <a:path w="35868" h="35868" fill="none" extrusionOk="0">
                  <a:moveTo>
                    <a:pt x="35867" y="17934"/>
                  </a:moveTo>
                  <a:lnTo>
                    <a:pt x="26900" y="8967"/>
                  </a:lnTo>
                  <a:lnTo>
                    <a:pt x="17934" y="1"/>
                  </a:lnTo>
                  <a:lnTo>
                    <a:pt x="8967" y="8967"/>
                  </a:lnTo>
                  <a:lnTo>
                    <a:pt x="0" y="17934"/>
                  </a:lnTo>
                  <a:lnTo>
                    <a:pt x="8967" y="26901"/>
                  </a:lnTo>
                  <a:lnTo>
                    <a:pt x="17934" y="35867"/>
                  </a:lnTo>
                  <a:lnTo>
                    <a:pt x="26900" y="2690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4247300" y="159875"/>
              <a:ext cx="621625" cy="621600"/>
            </a:xfrm>
            <a:custGeom>
              <a:avLst/>
              <a:gdLst/>
              <a:ahLst/>
              <a:cxnLst/>
              <a:rect l="l" t="t" r="r" b="b"/>
              <a:pathLst>
                <a:path w="24865" h="24864" fill="none" extrusionOk="0">
                  <a:moveTo>
                    <a:pt x="24864" y="12432"/>
                  </a:moveTo>
                  <a:lnTo>
                    <a:pt x="18664" y="6201"/>
                  </a:lnTo>
                  <a:lnTo>
                    <a:pt x="12433" y="0"/>
                  </a:lnTo>
                  <a:lnTo>
                    <a:pt x="6201" y="6201"/>
                  </a:lnTo>
                  <a:lnTo>
                    <a:pt x="1" y="12432"/>
                  </a:lnTo>
                  <a:lnTo>
                    <a:pt x="6201" y="18663"/>
                  </a:lnTo>
                  <a:lnTo>
                    <a:pt x="12433" y="24864"/>
                  </a:lnTo>
                  <a:lnTo>
                    <a:pt x="18664" y="18663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4384075" y="296650"/>
              <a:ext cx="348075" cy="348050"/>
            </a:xfrm>
            <a:custGeom>
              <a:avLst/>
              <a:gdLst/>
              <a:ahLst/>
              <a:cxnLst/>
              <a:rect l="l" t="t" r="r" b="b"/>
              <a:pathLst>
                <a:path w="13923" h="13922" fill="none" extrusionOk="0">
                  <a:moveTo>
                    <a:pt x="10427" y="3496"/>
                  </a:moveTo>
                  <a:lnTo>
                    <a:pt x="6962" y="0"/>
                  </a:lnTo>
                  <a:lnTo>
                    <a:pt x="3496" y="3496"/>
                  </a:lnTo>
                  <a:lnTo>
                    <a:pt x="1" y="6961"/>
                  </a:lnTo>
                  <a:lnTo>
                    <a:pt x="3496" y="10426"/>
                  </a:lnTo>
                  <a:lnTo>
                    <a:pt x="6962" y="13922"/>
                  </a:lnTo>
                  <a:lnTo>
                    <a:pt x="10427" y="10426"/>
                  </a:lnTo>
                  <a:lnTo>
                    <a:pt x="13922" y="696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147;p5"/>
          <p:cNvGrpSpPr/>
          <p:nvPr/>
        </p:nvGrpSpPr>
        <p:grpSpPr>
          <a:xfrm flipH="1">
            <a:off x="-1513236" y="3983450"/>
            <a:ext cx="3382300" cy="1993950"/>
            <a:chOff x="1317925" y="2802775"/>
            <a:chExt cx="3382300" cy="1993950"/>
          </a:xfrm>
        </p:grpSpPr>
        <p:sp>
          <p:nvSpPr>
            <p:cNvPr id="148" name="Google Shape;148;p5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" name="Google Shape;160;p5"/>
          <p:cNvGrpSpPr/>
          <p:nvPr/>
        </p:nvGrpSpPr>
        <p:grpSpPr>
          <a:xfrm>
            <a:off x="-1021739" y="0"/>
            <a:ext cx="1734954" cy="1734954"/>
            <a:chOff x="6340050" y="754850"/>
            <a:chExt cx="1595800" cy="1595800"/>
          </a:xfrm>
        </p:grpSpPr>
        <p:sp>
          <p:nvSpPr>
            <p:cNvPr id="161" name="Google Shape;161;p5"/>
            <p:cNvSpPr/>
            <p:nvPr/>
          </p:nvSpPr>
          <p:spPr>
            <a:xfrm>
              <a:off x="6517100" y="931925"/>
              <a:ext cx="1240925" cy="1241675"/>
            </a:xfrm>
            <a:custGeom>
              <a:avLst/>
              <a:gdLst/>
              <a:ahLst/>
              <a:cxnLst/>
              <a:rect l="l" t="t" r="r" b="b"/>
              <a:pathLst>
                <a:path w="49637" h="49667" extrusionOk="0">
                  <a:moveTo>
                    <a:pt x="24834" y="16870"/>
                  </a:moveTo>
                  <a:cubicBezTo>
                    <a:pt x="29211" y="16870"/>
                    <a:pt x="32798" y="20426"/>
                    <a:pt x="32798" y="24833"/>
                  </a:cubicBezTo>
                  <a:cubicBezTo>
                    <a:pt x="32798" y="29241"/>
                    <a:pt x="29211" y="32797"/>
                    <a:pt x="24834" y="32797"/>
                  </a:cubicBezTo>
                  <a:cubicBezTo>
                    <a:pt x="20427" y="32797"/>
                    <a:pt x="16840" y="29241"/>
                    <a:pt x="16840" y="24833"/>
                  </a:cubicBezTo>
                  <a:cubicBezTo>
                    <a:pt x="16840" y="20426"/>
                    <a:pt x="20427" y="16870"/>
                    <a:pt x="24834" y="16870"/>
                  </a:cubicBezTo>
                  <a:close/>
                  <a:moveTo>
                    <a:pt x="24834" y="0"/>
                  </a:moveTo>
                  <a:cubicBezTo>
                    <a:pt x="11095" y="0"/>
                    <a:pt x="1" y="11125"/>
                    <a:pt x="1" y="24833"/>
                  </a:cubicBezTo>
                  <a:cubicBezTo>
                    <a:pt x="1" y="38542"/>
                    <a:pt x="11126" y="49666"/>
                    <a:pt x="24834" y="49666"/>
                  </a:cubicBezTo>
                  <a:cubicBezTo>
                    <a:pt x="38542" y="49666"/>
                    <a:pt x="49637" y="38542"/>
                    <a:pt x="49637" y="24833"/>
                  </a:cubicBezTo>
                  <a:cubicBezTo>
                    <a:pt x="49637" y="11125"/>
                    <a:pt x="38542" y="0"/>
                    <a:pt x="24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6340050" y="754850"/>
              <a:ext cx="1595800" cy="1595800"/>
            </a:xfrm>
            <a:custGeom>
              <a:avLst/>
              <a:gdLst/>
              <a:ahLst/>
              <a:cxnLst/>
              <a:rect l="l" t="t" r="r" b="b"/>
              <a:pathLst>
                <a:path w="63832" h="63832" fill="none" extrusionOk="0">
                  <a:moveTo>
                    <a:pt x="31916" y="1"/>
                  </a:moveTo>
                  <a:cubicBezTo>
                    <a:pt x="14286" y="1"/>
                    <a:pt x="0" y="14287"/>
                    <a:pt x="0" y="31916"/>
                  </a:cubicBezTo>
                  <a:cubicBezTo>
                    <a:pt x="0" y="49546"/>
                    <a:pt x="14286" y="63832"/>
                    <a:pt x="31916" y="63832"/>
                  </a:cubicBezTo>
                  <a:cubicBezTo>
                    <a:pt x="49515" y="63832"/>
                    <a:pt x="63831" y="49546"/>
                    <a:pt x="63831" y="31916"/>
                  </a:cubicBezTo>
                  <a:cubicBezTo>
                    <a:pt x="63831" y="14287"/>
                    <a:pt x="49515" y="1"/>
                    <a:pt x="31916" y="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6781550" y="1196350"/>
              <a:ext cx="712050" cy="712050"/>
            </a:xfrm>
            <a:custGeom>
              <a:avLst/>
              <a:gdLst/>
              <a:ahLst/>
              <a:cxnLst/>
              <a:rect l="l" t="t" r="r" b="b"/>
              <a:pathLst>
                <a:path w="28482" h="28482" extrusionOk="0">
                  <a:moveTo>
                    <a:pt x="14256" y="9667"/>
                  </a:moveTo>
                  <a:cubicBezTo>
                    <a:pt x="16779" y="9667"/>
                    <a:pt x="18815" y="11733"/>
                    <a:pt x="18815" y="14256"/>
                  </a:cubicBezTo>
                  <a:cubicBezTo>
                    <a:pt x="18815" y="16779"/>
                    <a:pt x="16779" y="18816"/>
                    <a:pt x="14256" y="18816"/>
                  </a:cubicBezTo>
                  <a:cubicBezTo>
                    <a:pt x="11703" y="18816"/>
                    <a:pt x="9666" y="16779"/>
                    <a:pt x="9666" y="14256"/>
                  </a:cubicBezTo>
                  <a:cubicBezTo>
                    <a:pt x="9666" y="11733"/>
                    <a:pt x="11703" y="9667"/>
                    <a:pt x="14256" y="9667"/>
                  </a:cubicBezTo>
                  <a:close/>
                  <a:moveTo>
                    <a:pt x="14256" y="1"/>
                  </a:moveTo>
                  <a:cubicBezTo>
                    <a:pt x="6384" y="1"/>
                    <a:pt x="0" y="6384"/>
                    <a:pt x="0" y="14256"/>
                  </a:cubicBezTo>
                  <a:cubicBezTo>
                    <a:pt x="0" y="22129"/>
                    <a:pt x="6384" y="28481"/>
                    <a:pt x="14256" y="28481"/>
                  </a:cubicBezTo>
                  <a:cubicBezTo>
                    <a:pt x="22098" y="28481"/>
                    <a:pt x="28481" y="22129"/>
                    <a:pt x="28481" y="14256"/>
                  </a:cubicBezTo>
                  <a:cubicBezTo>
                    <a:pt x="28481" y="6384"/>
                    <a:pt x="22098" y="1"/>
                    <a:pt x="142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" name="Google Shape;164;p5"/>
          <p:cNvGrpSpPr/>
          <p:nvPr/>
        </p:nvGrpSpPr>
        <p:grpSpPr>
          <a:xfrm flipH="1">
            <a:off x="7855963" y="-320208"/>
            <a:ext cx="1604419" cy="1604360"/>
            <a:chOff x="-74975" y="157600"/>
            <a:chExt cx="1604419" cy="1604360"/>
          </a:xfrm>
        </p:grpSpPr>
        <p:sp>
          <p:nvSpPr>
            <p:cNvPr id="165" name="Google Shape;165;p5"/>
            <p:cNvSpPr/>
            <p:nvPr/>
          </p:nvSpPr>
          <p:spPr>
            <a:xfrm>
              <a:off x="399627" y="632159"/>
              <a:ext cx="1129817" cy="1129801"/>
            </a:xfrm>
            <a:custGeom>
              <a:avLst/>
              <a:gdLst/>
              <a:ahLst/>
              <a:cxnLst/>
              <a:rect l="l" t="t" r="r" b="b"/>
              <a:pathLst>
                <a:path w="70306" h="70305" extrusionOk="0">
                  <a:moveTo>
                    <a:pt x="0" y="0"/>
                  </a:moveTo>
                  <a:lnTo>
                    <a:pt x="0" y="70305"/>
                  </a:lnTo>
                  <a:lnTo>
                    <a:pt x="7030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solidFill>
              <a:srgbClr val="368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213025" y="44557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155275" y="38782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98300" y="330850"/>
              <a:ext cx="757625" cy="757625"/>
            </a:xfrm>
            <a:custGeom>
              <a:avLst/>
              <a:gdLst/>
              <a:ahLst/>
              <a:cxnLst/>
              <a:rect l="l" t="t" r="r" b="b"/>
              <a:pathLst>
                <a:path w="30305" h="30305" fill="none" extrusionOk="0">
                  <a:moveTo>
                    <a:pt x="0" y="30305"/>
                  </a:moveTo>
                  <a:lnTo>
                    <a:pt x="3030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40550" y="2731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-17200" y="215350"/>
              <a:ext cx="758375" cy="758375"/>
            </a:xfrm>
            <a:custGeom>
              <a:avLst/>
              <a:gdLst/>
              <a:ahLst/>
              <a:cxnLst/>
              <a:rect l="l" t="t" r="r" b="b"/>
              <a:pathLst>
                <a:path w="30335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-74975" y="1576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1" y="30335"/>
                  </a:moveTo>
                  <a:lnTo>
                    <a:pt x="30336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fill="none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" name="Google Shape;174;p5"/>
          <p:cNvSpPr txBox="1">
            <a:spLocks noGrp="1"/>
          </p:cNvSpPr>
          <p:nvPr>
            <p:ph type="subTitle" idx="1"/>
          </p:nvPr>
        </p:nvSpPr>
        <p:spPr>
          <a:xfrm>
            <a:off x="1140900" y="1990825"/>
            <a:ext cx="3256800" cy="19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5"/>
          <p:cNvSpPr txBox="1">
            <a:spLocks noGrp="1"/>
          </p:cNvSpPr>
          <p:nvPr>
            <p:ph type="subTitle" idx="2"/>
          </p:nvPr>
        </p:nvSpPr>
        <p:spPr>
          <a:xfrm>
            <a:off x="4746300" y="1990825"/>
            <a:ext cx="3256800" cy="19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"/>
          <p:cNvSpPr txBox="1">
            <a:spLocks noGrp="1"/>
          </p:cNvSpPr>
          <p:nvPr>
            <p:ph type="subTitle" idx="1"/>
          </p:nvPr>
        </p:nvSpPr>
        <p:spPr>
          <a:xfrm>
            <a:off x="1886850" y="2289150"/>
            <a:ext cx="5370300" cy="147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9"/>
          <p:cNvSpPr txBox="1">
            <a:spLocks noGrp="1"/>
          </p:cNvSpPr>
          <p:nvPr>
            <p:ph type="title"/>
          </p:nvPr>
        </p:nvSpPr>
        <p:spPr>
          <a:xfrm>
            <a:off x="1886850" y="1382250"/>
            <a:ext cx="5370300" cy="9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53" name="Google Shape;253;p9"/>
          <p:cNvGrpSpPr/>
          <p:nvPr/>
        </p:nvGrpSpPr>
        <p:grpSpPr>
          <a:xfrm>
            <a:off x="3176813" y="4566944"/>
            <a:ext cx="2790375" cy="64975"/>
            <a:chOff x="5954300" y="4334988"/>
            <a:chExt cx="2790375" cy="64975"/>
          </a:xfrm>
        </p:grpSpPr>
        <p:sp>
          <p:nvSpPr>
            <p:cNvPr id="254" name="Google Shape;254;p9"/>
            <p:cNvSpPr/>
            <p:nvPr/>
          </p:nvSpPr>
          <p:spPr>
            <a:xfrm>
              <a:off x="8544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7825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9"/>
            <p:cNvSpPr/>
            <p:nvPr/>
          </p:nvSpPr>
          <p:spPr>
            <a:xfrm>
              <a:off x="6385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7105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9"/>
            <p:cNvSpPr/>
            <p:nvPr/>
          </p:nvSpPr>
          <p:spPr>
            <a:xfrm>
              <a:off x="8401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7681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9"/>
            <p:cNvSpPr/>
            <p:nvPr/>
          </p:nvSpPr>
          <p:spPr>
            <a:xfrm>
              <a:off x="6242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9"/>
            <p:cNvSpPr/>
            <p:nvPr/>
          </p:nvSpPr>
          <p:spPr>
            <a:xfrm>
              <a:off x="6961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9"/>
            <p:cNvSpPr/>
            <p:nvPr/>
          </p:nvSpPr>
          <p:spPr>
            <a:xfrm>
              <a:off x="8689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9"/>
            <p:cNvSpPr/>
            <p:nvPr/>
          </p:nvSpPr>
          <p:spPr>
            <a:xfrm>
              <a:off x="7969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9"/>
            <p:cNvSpPr/>
            <p:nvPr/>
          </p:nvSpPr>
          <p:spPr>
            <a:xfrm>
              <a:off x="6530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9"/>
            <p:cNvSpPr/>
            <p:nvPr/>
          </p:nvSpPr>
          <p:spPr>
            <a:xfrm>
              <a:off x="7249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9"/>
            <p:cNvSpPr/>
            <p:nvPr/>
          </p:nvSpPr>
          <p:spPr>
            <a:xfrm>
              <a:off x="8256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9"/>
            <p:cNvSpPr/>
            <p:nvPr/>
          </p:nvSpPr>
          <p:spPr>
            <a:xfrm>
              <a:off x="7537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9"/>
            <p:cNvSpPr/>
            <p:nvPr/>
          </p:nvSpPr>
          <p:spPr>
            <a:xfrm>
              <a:off x="6097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9"/>
            <p:cNvSpPr/>
            <p:nvPr/>
          </p:nvSpPr>
          <p:spPr>
            <a:xfrm>
              <a:off x="6817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9"/>
            <p:cNvSpPr/>
            <p:nvPr/>
          </p:nvSpPr>
          <p:spPr>
            <a:xfrm>
              <a:off x="8113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9"/>
            <p:cNvSpPr/>
            <p:nvPr/>
          </p:nvSpPr>
          <p:spPr>
            <a:xfrm>
              <a:off x="7393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9"/>
            <p:cNvSpPr/>
            <p:nvPr/>
          </p:nvSpPr>
          <p:spPr>
            <a:xfrm>
              <a:off x="5954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9"/>
            <p:cNvSpPr/>
            <p:nvPr/>
          </p:nvSpPr>
          <p:spPr>
            <a:xfrm>
              <a:off x="6673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9"/>
          <p:cNvSpPr/>
          <p:nvPr/>
        </p:nvSpPr>
        <p:spPr>
          <a:xfrm flipH="1">
            <a:off x="5714833" y="4649350"/>
            <a:ext cx="3447249" cy="494158"/>
          </a:xfrm>
          <a:custGeom>
            <a:avLst/>
            <a:gdLst/>
            <a:ahLst/>
            <a:cxnLst/>
            <a:rect l="l" t="t" r="r" b="b"/>
            <a:pathLst>
              <a:path w="108149" h="15503" extrusionOk="0">
                <a:moveTo>
                  <a:pt x="0" y="0"/>
                </a:moveTo>
                <a:lnTo>
                  <a:pt x="0" y="15502"/>
                </a:lnTo>
                <a:lnTo>
                  <a:pt x="108148" y="15502"/>
                </a:lnTo>
                <a:cubicBezTo>
                  <a:pt x="108148" y="6931"/>
                  <a:pt x="101218" y="0"/>
                  <a:pt x="926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0" name="Google Shape;530;p19"/>
          <p:cNvGrpSpPr/>
          <p:nvPr/>
        </p:nvGrpSpPr>
        <p:grpSpPr>
          <a:xfrm>
            <a:off x="-1978450" y="1225934"/>
            <a:ext cx="2691676" cy="2691631"/>
            <a:chOff x="5165750" y="-1146341"/>
            <a:chExt cx="2691676" cy="2691631"/>
          </a:xfrm>
        </p:grpSpPr>
        <p:sp>
          <p:nvSpPr>
            <p:cNvPr id="531" name="Google Shape;531;p19"/>
            <p:cNvSpPr/>
            <p:nvPr/>
          </p:nvSpPr>
          <p:spPr>
            <a:xfrm>
              <a:off x="5923974" y="-388117"/>
              <a:ext cx="1175229" cy="1175184"/>
            </a:xfrm>
            <a:custGeom>
              <a:avLst/>
              <a:gdLst/>
              <a:ahLst/>
              <a:cxnLst/>
              <a:rect l="l" t="t" r="r" b="b"/>
              <a:pathLst>
                <a:path w="25959" h="25958" fill="none" extrusionOk="0">
                  <a:moveTo>
                    <a:pt x="25958" y="12979"/>
                  </a:moveTo>
                  <a:cubicBezTo>
                    <a:pt x="25958" y="20152"/>
                    <a:pt x="20153" y="25958"/>
                    <a:pt x="12979" y="25958"/>
                  </a:cubicBezTo>
                  <a:cubicBezTo>
                    <a:pt x="5806" y="25958"/>
                    <a:pt x="1" y="20152"/>
                    <a:pt x="1" y="12979"/>
                  </a:cubicBezTo>
                  <a:cubicBezTo>
                    <a:pt x="1" y="5806"/>
                    <a:pt x="5806" y="0"/>
                    <a:pt x="12979" y="0"/>
                  </a:cubicBezTo>
                  <a:cubicBezTo>
                    <a:pt x="20153" y="0"/>
                    <a:pt x="25958" y="5806"/>
                    <a:pt x="25958" y="1297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9"/>
            <p:cNvSpPr/>
            <p:nvPr/>
          </p:nvSpPr>
          <p:spPr>
            <a:xfrm>
              <a:off x="5840039" y="-472098"/>
              <a:ext cx="1343099" cy="1343145"/>
            </a:xfrm>
            <a:custGeom>
              <a:avLst/>
              <a:gdLst/>
              <a:ahLst/>
              <a:cxnLst/>
              <a:rect l="l" t="t" r="r" b="b"/>
              <a:pathLst>
                <a:path w="29667" h="29668" fill="none" extrusionOk="0">
                  <a:moveTo>
                    <a:pt x="29667" y="14834"/>
                  </a:moveTo>
                  <a:cubicBezTo>
                    <a:pt x="29667" y="23041"/>
                    <a:pt x="23040" y="29667"/>
                    <a:pt x="14833" y="29667"/>
                  </a:cubicBezTo>
                  <a:cubicBezTo>
                    <a:pt x="6627" y="29667"/>
                    <a:pt x="0" y="23041"/>
                    <a:pt x="0" y="14834"/>
                  </a:cubicBezTo>
                  <a:cubicBezTo>
                    <a:pt x="0" y="6627"/>
                    <a:pt x="6627" y="1"/>
                    <a:pt x="14833" y="1"/>
                  </a:cubicBezTo>
                  <a:cubicBezTo>
                    <a:pt x="23040" y="1"/>
                    <a:pt x="29667" y="6627"/>
                    <a:pt x="29667" y="148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9"/>
            <p:cNvSpPr/>
            <p:nvPr/>
          </p:nvSpPr>
          <p:spPr>
            <a:xfrm>
              <a:off x="5165750" y="-1146341"/>
              <a:ext cx="2691676" cy="2691631"/>
            </a:xfrm>
            <a:custGeom>
              <a:avLst/>
              <a:gdLst/>
              <a:ahLst/>
              <a:cxnLst/>
              <a:rect l="l" t="t" r="r" b="b"/>
              <a:pathLst>
                <a:path w="59455" h="59454" fill="none" extrusionOk="0">
                  <a:moveTo>
                    <a:pt x="59454" y="29727"/>
                  </a:moveTo>
                  <a:cubicBezTo>
                    <a:pt x="59454" y="46141"/>
                    <a:pt x="46141" y="59454"/>
                    <a:pt x="29727" y="59454"/>
                  </a:cubicBezTo>
                  <a:cubicBezTo>
                    <a:pt x="13314" y="59454"/>
                    <a:pt x="0" y="46141"/>
                    <a:pt x="0" y="29727"/>
                  </a:cubicBezTo>
                  <a:cubicBezTo>
                    <a:pt x="0" y="13313"/>
                    <a:pt x="13314" y="0"/>
                    <a:pt x="29727" y="0"/>
                  </a:cubicBezTo>
                  <a:cubicBezTo>
                    <a:pt x="46141" y="0"/>
                    <a:pt x="59454" y="13313"/>
                    <a:pt x="59454" y="2972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9"/>
            <p:cNvSpPr/>
            <p:nvPr/>
          </p:nvSpPr>
          <p:spPr>
            <a:xfrm>
              <a:off x="5286854" y="-1025282"/>
              <a:ext cx="2449469" cy="2449514"/>
            </a:xfrm>
            <a:custGeom>
              <a:avLst/>
              <a:gdLst/>
              <a:ahLst/>
              <a:cxnLst/>
              <a:rect l="l" t="t" r="r" b="b"/>
              <a:pathLst>
                <a:path w="54105" h="54106" fill="none" extrusionOk="0">
                  <a:moveTo>
                    <a:pt x="54105" y="27053"/>
                  </a:moveTo>
                  <a:cubicBezTo>
                    <a:pt x="54105" y="41977"/>
                    <a:pt x="41977" y="54105"/>
                    <a:pt x="27052" y="54105"/>
                  </a:cubicBezTo>
                  <a:cubicBezTo>
                    <a:pt x="12128" y="54105"/>
                    <a:pt x="0" y="41977"/>
                    <a:pt x="0" y="27053"/>
                  </a:cubicBezTo>
                  <a:cubicBezTo>
                    <a:pt x="0" y="12129"/>
                    <a:pt x="12128" y="1"/>
                    <a:pt x="27052" y="1"/>
                  </a:cubicBezTo>
                  <a:cubicBezTo>
                    <a:pt x="41977" y="1"/>
                    <a:pt x="54105" y="12129"/>
                    <a:pt x="54105" y="2705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9"/>
            <p:cNvSpPr/>
            <p:nvPr/>
          </p:nvSpPr>
          <p:spPr>
            <a:xfrm>
              <a:off x="5406555" y="-905537"/>
              <a:ext cx="2210068" cy="2210022"/>
            </a:xfrm>
            <a:custGeom>
              <a:avLst/>
              <a:gdLst/>
              <a:ahLst/>
              <a:cxnLst/>
              <a:rect l="l" t="t" r="r" b="b"/>
              <a:pathLst>
                <a:path w="48817" h="48816" fill="none" extrusionOk="0">
                  <a:moveTo>
                    <a:pt x="48816" y="24408"/>
                  </a:moveTo>
                  <a:cubicBezTo>
                    <a:pt x="48816" y="37873"/>
                    <a:pt x="37904" y="48816"/>
                    <a:pt x="24408" y="48816"/>
                  </a:cubicBezTo>
                  <a:cubicBezTo>
                    <a:pt x="10943" y="48816"/>
                    <a:pt x="1" y="37873"/>
                    <a:pt x="1" y="24408"/>
                  </a:cubicBezTo>
                  <a:cubicBezTo>
                    <a:pt x="1" y="10943"/>
                    <a:pt x="10943" y="0"/>
                    <a:pt x="24408" y="0"/>
                  </a:cubicBezTo>
                  <a:cubicBezTo>
                    <a:pt x="37904" y="0"/>
                    <a:pt x="48816" y="10943"/>
                    <a:pt x="48816" y="2440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9"/>
            <p:cNvSpPr/>
            <p:nvPr/>
          </p:nvSpPr>
          <p:spPr>
            <a:xfrm>
              <a:off x="5523539" y="-788598"/>
              <a:ext cx="1976099" cy="1976145"/>
            </a:xfrm>
            <a:custGeom>
              <a:avLst/>
              <a:gdLst/>
              <a:ahLst/>
              <a:cxnLst/>
              <a:rect l="l" t="t" r="r" b="b"/>
              <a:pathLst>
                <a:path w="43649" h="43650" fill="none" extrusionOk="0">
                  <a:moveTo>
                    <a:pt x="43649" y="21825"/>
                  </a:moveTo>
                  <a:cubicBezTo>
                    <a:pt x="43649" y="33892"/>
                    <a:pt x="33892" y="43649"/>
                    <a:pt x="21824" y="43649"/>
                  </a:cubicBezTo>
                  <a:cubicBezTo>
                    <a:pt x="9757" y="43649"/>
                    <a:pt x="0" y="33892"/>
                    <a:pt x="0" y="21825"/>
                  </a:cubicBezTo>
                  <a:cubicBezTo>
                    <a:pt x="0" y="9758"/>
                    <a:pt x="9757" y="1"/>
                    <a:pt x="21824" y="1"/>
                  </a:cubicBezTo>
                  <a:cubicBezTo>
                    <a:pt x="33892" y="1"/>
                    <a:pt x="43649" y="9758"/>
                    <a:pt x="43649" y="218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9"/>
            <p:cNvSpPr/>
            <p:nvPr/>
          </p:nvSpPr>
          <p:spPr>
            <a:xfrm>
              <a:off x="5635000" y="-677092"/>
              <a:ext cx="1753178" cy="1753132"/>
            </a:xfrm>
            <a:custGeom>
              <a:avLst/>
              <a:gdLst/>
              <a:ahLst/>
              <a:cxnLst/>
              <a:rect l="l" t="t" r="r" b="b"/>
              <a:pathLst>
                <a:path w="38725" h="38724" fill="none" extrusionOk="0">
                  <a:moveTo>
                    <a:pt x="38725" y="19362"/>
                  </a:moveTo>
                  <a:cubicBezTo>
                    <a:pt x="38725" y="30061"/>
                    <a:pt x="30062" y="38724"/>
                    <a:pt x="19362" y="38724"/>
                  </a:cubicBezTo>
                  <a:cubicBezTo>
                    <a:pt x="8663" y="38724"/>
                    <a:pt x="0" y="30061"/>
                    <a:pt x="0" y="19362"/>
                  </a:cubicBezTo>
                  <a:cubicBezTo>
                    <a:pt x="0" y="8663"/>
                    <a:pt x="8663" y="0"/>
                    <a:pt x="19362" y="0"/>
                  </a:cubicBezTo>
                  <a:cubicBezTo>
                    <a:pt x="30062" y="0"/>
                    <a:pt x="38725" y="8663"/>
                    <a:pt x="38725" y="1936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9"/>
            <p:cNvSpPr/>
            <p:nvPr/>
          </p:nvSpPr>
          <p:spPr>
            <a:xfrm>
              <a:off x="5742341" y="-569796"/>
              <a:ext cx="1538495" cy="1538541"/>
            </a:xfrm>
            <a:custGeom>
              <a:avLst/>
              <a:gdLst/>
              <a:ahLst/>
              <a:cxnLst/>
              <a:rect l="l" t="t" r="r" b="b"/>
              <a:pathLst>
                <a:path w="33983" h="33984" fill="none" extrusionOk="0">
                  <a:moveTo>
                    <a:pt x="33983" y="16992"/>
                  </a:moveTo>
                  <a:cubicBezTo>
                    <a:pt x="33983" y="26384"/>
                    <a:pt x="26384" y="33983"/>
                    <a:pt x="16991" y="33983"/>
                  </a:cubicBezTo>
                  <a:cubicBezTo>
                    <a:pt x="7599" y="33983"/>
                    <a:pt x="0" y="26384"/>
                    <a:pt x="0" y="16992"/>
                  </a:cubicBezTo>
                  <a:cubicBezTo>
                    <a:pt x="0" y="7600"/>
                    <a:pt x="7599" y="1"/>
                    <a:pt x="16991" y="1"/>
                  </a:cubicBezTo>
                  <a:cubicBezTo>
                    <a:pt x="26384" y="1"/>
                    <a:pt x="33983" y="7600"/>
                    <a:pt x="33983" y="169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9"/>
            <p:cNvSpPr/>
            <p:nvPr/>
          </p:nvSpPr>
          <p:spPr>
            <a:xfrm>
              <a:off x="5842801" y="-387936"/>
              <a:ext cx="1337576" cy="1174821"/>
            </a:xfrm>
            <a:custGeom>
              <a:avLst/>
              <a:gdLst/>
              <a:ahLst/>
              <a:cxnLst/>
              <a:rect l="l" t="t" r="r" b="b"/>
              <a:pathLst>
                <a:path w="29545" h="25950" extrusionOk="0">
                  <a:moveTo>
                    <a:pt x="14779" y="2030"/>
                  </a:moveTo>
                  <a:cubicBezTo>
                    <a:pt x="19620" y="2030"/>
                    <a:pt x="24049" y="5279"/>
                    <a:pt x="25350" y="10179"/>
                  </a:cubicBezTo>
                  <a:cubicBezTo>
                    <a:pt x="26900" y="16015"/>
                    <a:pt x="23405" y="22002"/>
                    <a:pt x="17569" y="23553"/>
                  </a:cubicBezTo>
                  <a:cubicBezTo>
                    <a:pt x="16632" y="23801"/>
                    <a:pt x="15691" y="23920"/>
                    <a:pt x="14766" y="23920"/>
                  </a:cubicBezTo>
                  <a:cubicBezTo>
                    <a:pt x="9925" y="23920"/>
                    <a:pt x="5496" y="20671"/>
                    <a:pt x="4195" y="15771"/>
                  </a:cubicBezTo>
                  <a:cubicBezTo>
                    <a:pt x="2645" y="9935"/>
                    <a:pt x="6140" y="3948"/>
                    <a:pt x="11976" y="2397"/>
                  </a:cubicBezTo>
                  <a:cubicBezTo>
                    <a:pt x="12913" y="2149"/>
                    <a:pt x="13854" y="2030"/>
                    <a:pt x="14779" y="2030"/>
                  </a:cubicBezTo>
                  <a:close/>
                  <a:moveTo>
                    <a:pt x="14795" y="0"/>
                  </a:moveTo>
                  <a:cubicBezTo>
                    <a:pt x="10589" y="0"/>
                    <a:pt x="6465" y="2041"/>
                    <a:pt x="3952" y="5802"/>
                  </a:cubicBezTo>
                  <a:cubicBezTo>
                    <a:pt x="0" y="11790"/>
                    <a:pt x="1642" y="19814"/>
                    <a:pt x="7599" y="23796"/>
                  </a:cubicBezTo>
                  <a:cubicBezTo>
                    <a:pt x="9807" y="25253"/>
                    <a:pt x="12297" y="25950"/>
                    <a:pt x="14758" y="25950"/>
                  </a:cubicBezTo>
                  <a:cubicBezTo>
                    <a:pt x="18970" y="25950"/>
                    <a:pt x="23099" y="23909"/>
                    <a:pt x="25593" y="20148"/>
                  </a:cubicBezTo>
                  <a:cubicBezTo>
                    <a:pt x="29545" y="14160"/>
                    <a:pt x="27903" y="6136"/>
                    <a:pt x="21946" y="2154"/>
                  </a:cubicBezTo>
                  <a:cubicBezTo>
                    <a:pt x="19738" y="697"/>
                    <a:pt x="17252" y="0"/>
                    <a:pt x="1479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9"/>
          <p:cNvGrpSpPr/>
          <p:nvPr/>
        </p:nvGrpSpPr>
        <p:grpSpPr>
          <a:xfrm>
            <a:off x="8430782" y="539079"/>
            <a:ext cx="2471175" cy="2747975"/>
            <a:chOff x="7398357" y="-662077"/>
            <a:chExt cx="2471175" cy="2747975"/>
          </a:xfrm>
        </p:grpSpPr>
        <p:sp>
          <p:nvSpPr>
            <p:cNvPr id="541" name="Google Shape;541;p19"/>
            <p:cNvSpPr/>
            <p:nvPr/>
          </p:nvSpPr>
          <p:spPr>
            <a:xfrm rot="-5400000">
              <a:off x="7370982" y="-634702"/>
              <a:ext cx="2525925" cy="2471175"/>
            </a:xfrm>
            <a:custGeom>
              <a:avLst/>
              <a:gdLst/>
              <a:ahLst/>
              <a:cxnLst/>
              <a:rect l="l" t="t" r="r" b="b"/>
              <a:pathLst>
                <a:path w="101037" h="98847" extrusionOk="0">
                  <a:moveTo>
                    <a:pt x="12296" y="1"/>
                  </a:moveTo>
                  <a:cubicBezTo>
                    <a:pt x="9431" y="1"/>
                    <a:pt x="6566" y="1095"/>
                    <a:pt x="4378" y="3283"/>
                  </a:cubicBezTo>
                  <a:cubicBezTo>
                    <a:pt x="1" y="7660"/>
                    <a:pt x="1" y="14773"/>
                    <a:pt x="4378" y="19150"/>
                  </a:cubicBezTo>
                  <a:lnTo>
                    <a:pt x="80823" y="95564"/>
                  </a:lnTo>
                  <a:cubicBezTo>
                    <a:pt x="83011" y="97753"/>
                    <a:pt x="85876" y="98847"/>
                    <a:pt x="88741" y="98847"/>
                  </a:cubicBezTo>
                  <a:cubicBezTo>
                    <a:pt x="91606" y="98847"/>
                    <a:pt x="94471" y="97753"/>
                    <a:pt x="96659" y="95564"/>
                  </a:cubicBezTo>
                  <a:cubicBezTo>
                    <a:pt x="101036" y="91187"/>
                    <a:pt x="101036" y="84105"/>
                    <a:pt x="96659" y="79728"/>
                  </a:cubicBezTo>
                  <a:lnTo>
                    <a:pt x="20214" y="3283"/>
                  </a:lnTo>
                  <a:cubicBezTo>
                    <a:pt x="18025" y="1095"/>
                    <a:pt x="15161" y="1"/>
                    <a:pt x="1229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9"/>
            <p:cNvSpPr/>
            <p:nvPr/>
          </p:nvSpPr>
          <p:spPr>
            <a:xfrm rot="-5400000">
              <a:off x="7569882" y="-202877"/>
              <a:ext cx="1193050" cy="1192300"/>
            </a:xfrm>
            <a:custGeom>
              <a:avLst/>
              <a:gdLst/>
              <a:ahLst/>
              <a:cxnLst/>
              <a:rect l="l" t="t" r="r" b="b"/>
              <a:pathLst>
                <a:path w="47722" h="47692" fill="none" extrusionOk="0">
                  <a:moveTo>
                    <a:pt x="44591" y="44591"/>
                  </a:moveTo>
                  <a:lnTo>
                    <a:pt x="44591" y="44591"/>
                  </a:lnTo>
                  <a:cubicBezTo>
                    <a:pt x="47722" y="41491"/>
                    <a:pt x="47722" y="36445"/>
                    <a:pt x="44591" y="33345"/>
                  </a:cubicBezTo>
                  <a:lnTo>
                    <a:pt x="14348" y="3101"/>
                  </a:lnTo>
                  <a:cubicBezTo>
                    <a:pt x="11247" y="1"/>
                    <a:pt x="6201" y="1"/>
                    <a:pt x="3101" y="3101"/>
                  </a:cubicBezTo>
                  <a:lnTo>
                    <a:pt x="3101" y="3101"/>
                  </a:lnTo>
                  <a:cubicBezTo>
                    <a:pt x="1" y="6201"/>
                    <a:pt x="1" y="11217"/>
                    <a:pt x="3101" y="14347"/>
                  </a:cubicBezTo>
                  <a:lnTo>
                    <a:pt x="33375" y="44591"/>
                  </a:lnTo>
                  <a:cubicBezTo>
                    <a:pt x="36476" y="47691"/>
                    <a:pt x="41491" y="47691"/>
                    <a:pt x="44591" y="4459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9"/>
            <p:cNvSpPr/>
            <p:nvPr/>
          </p:nvSpPr>
          <p:spPr>
            <a:xfrm rot="-5400000">
              <a:off x="7937707" y="408023"/>
              <a:ext cx="1677875" cy="1677875"/>
            </a:xfrm>
            <a:custGeom>
              <a:avLst/>
              <a:gdLst/>
              <a:ahLst/>
              <a:cxnLst/>
              <a:rect l="l" t="t" r="r" b="b"/>
              <a:pathLst>
                <a:path w="67115" h="67115" fill="none" extrusionOk="0">
                  <a:moveTo>
                    <a:pt x="64318" y="64287"/>
                  </a:moveTo>
                  <a:lnTo>
                    <a:pt x="64318" y="64287"/>
                  </a:lnTo>
                  <a:cubicBezTo>
                    <a:pt x="67114" y="61491"/>
                    <a:pt x="67114" y="56962"/>
                    <a:pt x="64318" y="54166"/>
                  </a:cubicBezTo>
                  <a:lnTo>
                    <a:pt x="12949" y="2797"/>
                  </a:lnTo>
                  <a:cubicBezTo>
                    <a:pt x="10153" y="1"/>
                    <a:pt x="5624" y="1"/>
                    <a:pt x="2797" y="2797"/>
                  </a:cubicBezTo>
                  <a:lnTo>
                    <a:pt x="2797" y="2797"/>
                  </a:lnTo>
                  <a:cubicBezTo>
                    <a:pt x="1" y="5593"/>
                    <a:pt x="1" y="10122"/>
                    <a:pt x="2797" y="12919"/>
                  </a:cubicBezTo>
                  <a:lnTo>
                    <a:pt x="54166" y="64287"/>
                  </a:lnTo>
                  <a:cubicBezTo>
                    <a:pt x="56993" y="67114"/>
                    <a:pt x="61522" y="67114"/>
                    <a:pt x="64318" y="64287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9"/>
            <p:cNvSpPr/>
            <p:nvPr/>
          </p:nvSpPr>
          <p:spPr>
            <a:xfrm rot="-5400000">
              <a:off x="8047894" y="289485"/>
              <a:ext cx="1309325" cy="1274350"/>
            </a:xfrm>
            <a:custGeom>
              <a:avLst/>
              <a:gdLst/>
              <a:ahLst/>
              <a:cxnLst/>
              <a:rect l="l" t="t" r="r" b="b"/>
              <a:pathLst>
                <a:path w="52373" h="50974" extrusionOk="0">
                  <a:moveTo>
                    <a:pt x="7884" y="0"/>
                  </a:moveTo>
                  <a:cubicBezTo>
                    <a:pt x="6049" y="0"/>
                    <a:pt x="4210" y="699"/>
                    <a:pt x="2797" y="2097"/>
                  </a:cubicBezTo>
                  <a:cubicBezTo>
                    <a:pt x="0" y="4894"/>
                    <a:pt x="0" y="9453"/>
                    <a:pt x="2797" y="12250"/>
                  </a:cubicBezTo>
                  <a:lnTo>
                    <a:pt x="39424" y="48876"/>
                  </a:lnTo>
                  <a:cubicBezTo>
                    <a:pt x="40822" y="50274"/>
                    <a:pt x="42661" y="50973"/>
                    <a:pt x="44500" y="50973"/>
                  </a:cubicBezTo>
                  <a:cubicBezTo>
                    <a:pt x="46339" y="50973"/>
                    <a:pt x="48178" y="50274"/>
                    <a:pt x="49576" y="48876"/>
                  </a:cubicBezTo>
                  <a:cubicBezTo>
                    <a:pt x="52372" y="46049"/>
                    <a:pt x="52372" y="41520"/>
                    <a:pt x="49576" y="38724"/>
                  </a:cubicBezTo>
                  <a:lnTo>
                    <a:pt x="12949" y="2097"/>
                  </a:lnTo>
                  <a:cubicBezTo>
                    <a:pt x="11551" y="699"/>
                    <a:pt x="9719" y="0"/>
                    <a:pt x="78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9"/>
            <p:cNvSpPr/>
            <p:nvPr/>
          </p:nvSpPr>
          <p:spPr>
            <a:xfrm rot="-5400000">
              <a:off x="7513119" y="-490540"/>
              <a:ext cx="1827575" cy="1809500"/>
            </a:xfrm>
            <a:custGeom>
              <a:avLst/>
              <a:gdLst/>
              <a:ahLst/>
              <a:cxnLst/>
              <a:rect l="l" t="t" r="r" b="b"/>
              <a:pathLst>
                <a:path w="73103" h="72380" extrusionOk="0">
                  <a:moveTo>
                    <a:pt x="4089" y="0"/>
                  </a:moveTo>
                  <a:cubicBezTo>
                    <a:pt x="3139" y="0"/>
                    <a:pt x="2189" y="358"/>
                    <a:pt x="1460" y="1072"/>
                  </a:cubicBezTo>
                  <a:cubicBezTo>
                    <a:pt x="1" y="2531"/>
                    <a:pt x="1" y="4871"/>
                    <a:pt x="1460" y="6330"/>
                  </a:cubicBezTo>
                  <a:lnTo>
                    <a:pt x="66415" y="71286"/>
                  </a:lnTo>
                  <a:cubicBezTo>
                    <a:pt x="67130" y="72015"/>
                    <a:pt x="68080" y="72380"/>
                    <a:pt x="69033" y="72380"/>
                  </a:cubicBezTo>
                  <a:cubicBezTo>
                    <a:pt x="69987" y="72380"/>
                    <a:pt x="70944" y="72015"/>
                    <a:pt x="71674" y="71286"/>
                  </a:cubicBezTo>
                  <a:cubicBezTo>
                    <a:pt x="73103" y="69827"/>
                    <a:pt x="73103" y="67486"/>
                    <a:pt x="71674" y="66027"/>
                  </a:cubicBezTo>
                  <a:lnTo>
                    <a:pt x="6718" y="1072"/>
                  </a:lnTo>
                  <a:cubicBezTo>
                    <a:pt x="5989" y="358"/>
                    <a:pt x="5039" y="0"/>
                    <a:pt x="4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6" name="Google Shape;546;p19"/>
          <p:cNvSpPr txBox="1">
            <a:spLocks noGrp="1"/>
          </p:cNvSpPr>
          <p:nvPr>
            <p:ph type="subTitle" idx="1"/>
          </p:nvPr>
        </p:nvSpPr>
        <p:spPr>
          <a:xfrm>
            <a:off x="1490350" y="2470942"/>
            <a:ext cx="2632200" cy="50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7" name="Google Shape;547;p19"/>
          <p:cNvSpPr txBox="1">
            <a:spLocks noGrp="1"/>
          </p:cNvSpPr>
          <p:nvPr>
            <p:ph type="subTitle" idx="2"/>
          </p:nvPr>
        </p:nvSpPr>
        <p:spPr>
          <a:xfrm>
            <a:off x="5021500" y="2470942"/>
            <a:ext cx="2632200" cy="50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8" name="Google Shape;548;p19"/>
          <p:cNvSpPr txBox="1">
            <a:spLocks noGrp="1"/>
          </p:cNvSpPr>
          <p:nvPr>
            <p:ph type="subTitle" idx="3"/>
          </p:nvPr>
        </p:nvSpPr>
        <p:spPr>
          <a:xfrm>
            <a:off x="1490350" y="2841412"/>
            <a:ext cx="2632200" cy="11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9" name="Google Shape;549;p19"/>
          <p:cNvSpPr txBox="1">
            <a:spLocks noGrp="1"/>
          </p:cNvSpPr>
          <p:nvPr>
            <p:ph type="subTitle" idx="4"/>
          </p:nvPr>
        </p:nvSpPr>
        <p:spPr>
          <a:xfrm>
            <a:off x="5021501" y="2841412"/>
            <a:ext cx="2632200" cy="11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0" name="Google Shape;550;p19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" name="Google Shape;635;p23"/>
          <p:cNvGrpSpPr/>
          <p:nvPr/>
        </p:nvGrpSpPr>
        <p:grpSpPr>
          <a:xfrm flipH="1">
            <a:off x="2327254" y="4599425"/>
            <a:ext cx="4489475" cy="193775"/>
            <a:chOff x="1784500" y="1867350"/>
            <a:chExt cx="4489475" cy="193775"/>
          </a:xfrm>
        </p:grpSpPr>
        <p:sp>
          <p:nvSpPr>
            <p:cNvPr id="636" name="Google Shape;636;p23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3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3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3"/>
          <p:cNvGrpSpPr/>
          <p:nvPr/>
        </p:nvGrpSpPr>
        <p:grpSpPr>
          <a:xfrm rot="10800000" flipH="1">
            <a:off x="7381130" y="-502690"/>
            <a:ext cx="3382300" cy="1993950"/>
            <a:chOff x="1317925" y="2802775"/>
            <a:chExt cx="3382300" cy="1993950"/>
          </a:xfrm>
        </p:grpSpPr>
        <p:sp>
          <p:nvSpPr>
            <p:cNvPr id="640" name="Google Shape;640;p23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3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3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3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3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3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3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3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3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3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3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3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2" name="Google Shape;652;p23"/>
          <p:cNvGrpSpPr/>
          <p:nvPr/>
        </p:nvGrpSpPr>
        <p:grpSpPr>
          <a:xfrm>
            <a:off x="-1021726" y="1704275"/>
            <a:ext cx="1734954" cy="1734954"/>
            <a:chOff x="6340050" y="754850"/>
            <a:chExt cx="1595800" cy="1595800"/>
          </a:xfrm>
        </p:grpSpPr>
        <p:sp>
          <p:nvSpPr>
            <p:cNvPr id="653" name="Google Shape;653;p23"/>
            <p:cNvSpPr/>
            <p:nvPr/>
          </p:nvSpPr>
          <p:spPr>
            <a:xfrm>
              <a:off x="6517100" y="931925"/>
              <a:ext cx="1240925" cy="1241675"/>
            </a:xfrm>
            <a:custGeom>
              <a:avLst/>
              <a:gdLst/>
              <a:ahLst/>
              <a:cxnLst/>
              <a:rect l="l" t="t" r="r" b="b"/>
              <a:pathLst>
                <a:path w="49637" h="49667" extrusionOk="0">
                  <a:moveTo>
                    <a:pt x="24834" y="16870"/>
                  </a:moveTo>
                  <a:cubicBezTo>
                    <a:pt x="29211" y="16870"/>
                    <a:pt x="32798" y="20426"/>
                    <a:pt x="32798" y="24833"/>
                  </a:cubicBezTo>
                  <a:cubicBezTo>
                    <a:pt x="32798" y="29241"/>
                    <a:pt x="29211" y="32797"/>
                    <a:pt x="24834" y="32797"/>
                  </a:cubicBezTo>
                  <a:cubicBezTo>
                    <a:pt x="20427" y="32797"/>
                    <a:pt x="16840" y="29241"/>
                    <a:pt x="16840" y="24833"/>
                  </a:cubicBezTo>
                  <a:cubicBezTo>
                    <a:pt x="16840" y="20426"/>
                    <a:pt x="20427" y="16870"/>
                    <a:pt x="24834" y="16870"/>
                  </a:cubicBezTo>
                  <a:close/>
                  <a:moveTo>
                    <a:pt x="24834" y="0"/>
                  </a:moveTo>
                  <a:cubicBezTo>
                    <a:pt x="11095" y="0"/>
                    <a:pt x="1" y="11125"/>
                    <a:pt x="1" y="24833"/>
                  </a:cubicBezTo>
                  <a:cubicBezTo>
                    <a:pt x="1" y="38542"/>
                    <a:pt x="11126" y="49666"/>
                    <a:pt x="24834" y="49666"/>
                  </a:cubicBezTo>
                  <a:cubicBezTo>
                    <a:pt x="38542" y="49666"/>
                    <a:pt x="49637" y="38542"/>
                    <a:pt x="49637" y="24833"/>
                  </a:cubicBezTo>
                  <a:cubicBezTo>
                    <a:pt x="49637" y="11125"/>
                    <a:pt x="38542" y="0"/>
                    <a:pt x="24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6340050" y="754850"/>
              <a:ext cx="1595800" cy="1595800"/>
            </a:xfrm>
            <a:custGeom>
              <a:avLst/>
              <a:gdLst/>
              <a:ahLst/>
              <a:cxnLst/>
              <a:rect l="l" t="t" r="r" b="b"/>
              <a:pathLst>
                <a:path w="63832" h="63832" fill="none" extrusionOk="0">
                  <a:moveTo>
                    <a:pt x="31916" y="1"/>
                  </a:moveTo>
                  <a:cubicBezTo>
                    <a:pt x="14286" y="1"/>
                    <a:pt x="0" y="14287"/>
                    <a:pt x="0" y="31916"/>
                  </a:cubicBezTo>
                  <a:cubicBezTo>
                    <a:pt x="0" y="49546"/>
                    <a:pt x="14286" y="63832"/>
                    <a:pt x="31916" y="63832"/>
                  </a:cubicBezTo>
                  <a:cubicBezTo>
                    <a:pt x="49515" y="63832"/>
                    <a:pt x="63831" y="49546"/>
                    <a:pt x="63831" y="31916"/>
                  </a:cubicBezTo>
                  <a:cubicBezTo>
                    <a:pt x="63831" y="14287"/>
                    <a:pt x="49515" y="1"/>
                    <a:pt x="31916" y="1"/>
                  </a:cubicBez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3"/>
            <p:cNvSpPr/>
            <p:nvPr/>
          </p:nvSpPr>
          <p:spPr>
            <a:xfrm>
              <a:off x="6781550" y="1196350"/>
              <a:ext cx="712050" cy="712050"/>
            </a:xfrm>
            <a:custGeom>
              <a:avLst/>
              <a:gdLst/>
              <a:ahLst/>
              <a:cxnLst/>
              <a:rect l="l" t="t" r="r" b="b"/>
              <a:pathLst>
                <a:path w="28482" h="28482" extrusionOk="0">
                  <a:moveTo>
                    <a:pt x="14256" y="9667"/>
                  </a:moveTo>
                  <a:cubicBezTo>
                    <a:pt x="16779" y="9667"/>
                    <a:pt x="18815" y="11733"/>
                    <a:pt x="18815" y="14256"/>
                  </a:cubicBezTo>
                  <a:cubicBezTo>
                    <a:pt x="18815" y="16779"/>
                    <a:pt x="16779" y="18816"/>
                    <a:pt x="14256" y="18816"/>
                  </a:cubicBezTo>
                  <a:cubicBezTo>
                    <a:pt x="11703" y="18816"/>
                    <a:pt x="9666" y="16779"/>
                    <a:pt x="9666" y="14256"/>
                  </a:cubicBezTo>
                  <a:cubicBezTo>
                    <a:pt x="9666" y="11733"/>
                    <a:pt x="11703" y="9667"/>
                    <a:pt x="14256" y="9667"/>
                  </a:cubicBezTo>
                  <a:close/>
                  <a:moveTo>
                    <a:pt x="14256" y="1"/>
                  </a:moveTo>
                  <a:cubicBezTo>
                    <a:pt x="6384" y="1"/>
                    <a:pt x="0" y="6384"/>
                    <a:pt x="0" y="14256"/>
                  </a:cubicBezTo>
                  <a:cubicBezTo>
                    <a:pt x="0" y="22129"/>
                    <a:pt x="6384" y="28481"/>
                    <a:pt x="14256" y="28481"/>
                  </a:cubicBezTo>
                  <a:cubicBezTo>
                    <a:pt x="22098" y="28481"/>
                    <a:pt x="28481" y="22129"/>
                    <a:pt x="28481" y="14256"/>
                  </a:cubicBezTo>
                  <a:cubicBezTo>
                    <a:pt x="28481" y="6384"/>
                    <a:pt x="22098" y="1"/>
                    <a:pt x="142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6" name="Google Shape;656;p23"/>
          <p:cNvSpPr txBox="1">
            <a:spLocks noGrp="1"/>
          </p:cNvSpPr>
          <p:nvPr>
            <p:ph type="subTitle" idx="1"/>
          </p:nvPr>
        </p:nvSpPr>
        <p:spPr>
          <a:xfrm>
            <a:off x="1235850" y="2511050"/>
            <a:ext cx="1914300" cy="50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57" name="Google Shape;657;p23"/>
          <p:cNvSpPr txBox="1">
            <a:spLocks noGrp="1"/>
          </p:cNvSpPr>
          <p:nvPr>
            <p:ph type="subTitle" idx="2"/>
          </p:nvPr>
        </p:nvSpPr>
        <p:spPr>
          <a:xfrm>
            <a:off x="1235850" y="2881226"/>
            <a:ext cx="1914300" cy="11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8" name="Google Shape;658;p23"/>
          <p:cNvSpPr txBox="1">
            <a:spLocks noGrp="1"/>
          </p:cNvSpPr>
          <p:nvPr>
            <p:ph type="subTitle" idx="3"/>
          </p:nvPr>
        </p:nvSpPr>
        <p:spPr>
          <a:xfrm>
            <a:off x="3614850" y="2881225"/>
            <a:ext cx="1914300" cy="11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9" name="Google Shape;659;p23"/>
          <p:cNvSpPr txBox="1">
            <a:spLocks noGrp="1"/>
          </p:cNvSpPr>
          <p:nvPr>
            <p:ph type="subTitle" idx="4"/>
          </p:nvPr>
        </p:nvSpPr>
        <p:spPr>
          <a:xfrm>
            <a:off x="5993850" y="2881225"/>
            <a:ext cx="1914300" cy="11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0" name="Google Shape;660;p23"/>
          <p:cNvSpPr txBox="1">
            <a:spLocks noGrp="1"/>
          </p:cNvSpPr>
          <p:nvPr>
            <p:ph type="subTitle" idx="5"/>
          </p:nvPr>
        </p:nvSpPr>
        <p:spPr>
          <a:xfrm>
            <a:off x="3614850" y="2511050"/>
            <a:ext cx="1914300" cy="50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61" name="Google Shape;661;p23"/>
          <p:cNvSpPr txBox="1">
            <a:spLocks noGrp="1"/>
          </p:cNvSpPr>
          <p:nvPr>
            <p:ph type="subTitle" idx="6"/>
          </p:nvPr>
        </p:nvSpPr>
        <p:spPr>
          <a:xfrm>
            <a:off x="5993850" y="2511050"/>
            <a:ext cx="1914300" cy="50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62" name="Google Shape;662;p23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4"/>
          <p:cNvSpPr/>
          <p:nvPr/>
        </p:nvSpPr>
        <p:spPr>
          <a:xfrm>
            <a:off x="-11563" y="4649350"/>
            <a:ext cx="3447249" cy="494158"/>
          </a:xfrm>
          <a:custGeom>
            <a:avLst/>
            <a:gdLst/>
            <a:ahLst/>
            <a:cxnLst/>
            <a:rect l="l" t="t" r="r" b="b"/>
            <a:pathLst>
              <a:path w="108149" h="15503" extrusionOk="0">
                <a:moveTo>
                  <a:pt x="0" y="0"/>
                </a:moveTo>
                <a:lnTo>
                  <a:pt x="0" y="15502"/>
                </a:lnTo>
                <a:lnTo>
                  <a:pt x="108148" y="15502"/>
                </a:lnTo>
                <a:cubicBezTo>
                  <a:pt x="108148" y="6931"/>
                  <a:pt x="101218" y="0"/>
                  <a:pt x="926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5" name="Google Shape;665;p24"/>
          <p:cNvGrpSpPr/>
          <p:nvPr/>
        </p:nvGrpSpPr>
        <p:grpSpPr>
          <a:xfrm flipH="1">
            <a:off x="-1995452" y="407034"/>
            <a:ext cx="2691676" cy="2691631"/>
            <a:chOff x="5165750" y="-1146341"/>
            <a:chExt cx="2691676" cy="2691631"/>
          </a:xfrm>
        </p:grpSpPr>
        <p:sp>
          <p:nvSpPr>
            <p:cNvPr id="666" name="Google Shape;666;p24"/>
            <p:cNvSpPr/>
            <p:nvPr/>
          </p:nvSpPr>
          <p:spPr>
            <a:xfrm>
              <a:off x="5923974" y="-388117"/>
              <a:ext cx="1175229" cy="1175184"/>
            </a:xfrm>
            <a:custGeom>
              <a:avLst/>
              <a:gdLst/>
              <a:ahLst/>
              <a:cxnLst/>
              <a:rect l="l" t="t" r="r" b="b"/>
              <a:pathLst>
                <a:path w="25959" h="25958" fill="none" extrusionOk="0">
                  <a:moveTo>
                    <a:pt x="25958" y="12979"/>
                  </a:moveTo>
                  <a:cubicBezTo>
                    <a:pt x="25958" y="20152"/>
                    <a:pt x="20153" y="25958"/>
                    <a:pt x="12979" y="25958"/>
                  </a:cubicBezTo>
                  <a:cubicBezTo>
                    <a:pt x="5806" y="25958"/>
                    <a:pt x="1" y="20152"/>
                    <a:pt x="1" y="12979"/>
                  </a:cubicBezTo>
                  <a:cubicBezTo>
                    <a:pt x="1" y="5806"/>
                    <a:pt x="5806" y="0"/>
                    <a:pt x="12979" y="0"/>
                  </a:cubicBezTo>
                  <a:cubicBezTo>
                    <a:pt x="20153" y="0"/>
                    <a:pt x="25958" y="5806"/>
                    <a:pt x="25958" y="1297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5840039" y="-472098"/>
              <a:ext cx="1343099" cy="1343145"/>
            </a:xfrm>
            <a:custGeom>
              <a:avLst/>
              <a:gdLst/>
              <a:ahLst/>
              <a:cxnLst/>
              <a:rect l="l" t="t" r="r" b="b"/>
              <a:pathLst>
                <a:path w="29667" h="29668" fill="none" extrusionOk="0">
                  <a:moveTo>
                    <a:pt x="29667" y="14834"/>
                  </a:moveTo>
                  <a:cubicBezTo>
                    <a:pt x="29667" y="23041"/>
                    <a:pt x="23040" y="29667"/>
                    <a:pt x="14833" y="29667"/>
                  </a:cubicBezTo>
                  <a:cubicBezTo>
                    <a:pt x="6627" y="29667"/>
                    <a:pt x="0" y="23041"/>
                    <a:pt x="0" y="14834"/>
                  </a:cubicBezTo>
                  <a:cubicBezTo>
                    <a:pt x="0" y="6627"/>
                    <a:pt x="6627" y="1"/>
                    <a:pt x="14833" y="1"/>
                  </a:cubicBezTo>
                  <a:cubicBezTo>
                    <a:pt x="23040" y="1"/>
                    <a:pt x="29667" y="6627"/>
                    <a:pt x="29667" y="148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5165750" y="-1146341"/>
              <a:ext cx="2691676" cy="2691631"/>
            </a:xfrm>
            <a:custGeom>
              <a:avLst/>
              <a:gdLst/>
              <a:ahLst/>
              <a:cxnLst/>
              <a:rect l="l" t="t" r="r" b="b"/>
              <a:pathLst>
                <a:path w="59455" h="59454" fill="none" extrusionOk="0">
                  <a:moveTo>
                    <a:pt x="59454" y="29727"/>
                  </a:moveTo>
                  <a:cubicBezTo>
                    <a:pt x="59454" y="46141"/>
                    <a:pt x="46141" y="59454"/>
                    <a:pt x="29727" y="59454"/>
                  </a:cubicBezTo>
                  <a:cubicBezTo>
                    <a:pt x="13314" y="59454"/>
                    <a:pt x="0" y="46141"/>
                    <a:pt x="0" y="29727"/>
                  </a:cubicBezTo>
                  <a:cubicBezTo>
                    <a:pt x="0" y="13313"/>
                    <a:pt x="13314" y="0"/>
                    <a:pt x="29727" y="0"/>
                  </a:cubicBezTo>
                  <a:cubicBezTo>
                    <a:pt x="46141" y="0"/>
                    <a:pt x="59454" y="13313"/>
                    <a:pt x="59454" y="2972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5286854" y="-1025282"/>
              <a:ext cx="2449469" cy="2449514"/>
            </a:xfrm>
            <a:custGeom>
              <a:avLst/>
              <a:gdLst/>
              <a:ahLst/>
              <a:cxnLst/>
              <a:rect l="l" t="t" r="r" b="b"/>
              <a:pathLst>
                <a:path w="54105" h="54106" fill="none" extrusionOk="0">
                  <a:moveTo>
                    <a:pt x="54105" y="27053"/>
                  </a:moveTo>
                  <a:cubicBezTo>
                    <a:pt x="54105" y="41977"/>
                    <a:pt x="41977" y="54105"/>
                    <a:pt x="27052" y="54105"/>
                  </a:cubicBezTo>
                  <a:cubicBezTo>
                    <a:pt x="12128" y="54105"/>
                    <a:pt x="0" y="41977"/>
                    <a:pt x="0" y="27053"/>
                  </a:cubicBezTo>
                  <a:cubicBezTo>
                    <a:pt x="0" y="12129"/>
                    <a:pt x="12128" y="1"/>
                    <a:pt x="27052" y="1"/>
                  </a:cubicBezTo>
                  <a:cubicBezTo>
                    <a:pt x="41977" y="1"/>
                    <a:pt x="54105" y="12129"/>
                    <a:pt x="54105" y="2705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5406555" y="-905537"/>
              <a:ext cx="2210068" cy="2210022"/>
            </a:xfrm>
            <a:custGeom>
              <a:avLst/>
              <a:gdLst/>
              <a:ahLst/>
              <a:cxnLst/>
              <a:rect l="l" t="t" r="r" b="b"/>
              <a:pathLst>
                <a:path w="48817" h="48816" fill="none" extrusionOk="0">
                  <a:moveTo>
                    <a:pt x="48816" y="24408"/>
                  </a:moveTo>
                  <a:cubicBezTo>
                    <a:pt x="48816" y="37873"/>
                    <a:pt x="37904" y="48816"/>
                    <a:pt x="24408" y="48816"/>
                  </a:cubicBezTo>
                  <a:cubicBezTo>
                    <a:pt x="10943" y="48816"/>
                    <a:pt x="1" y="37873"/>
                    <a:pt x="1" y="24408"/>
                  </a:cubicBezTo>
                  <a:cubicBezTo>
                    <a:pt x="1" y="10943"/>
                    <a:pt x="10943" y="0"/>
                    <a:pt x="24408" y="0"/>
                  </a:cubicBezTo>
                  <a:cubicBezTo>
                    <a:pt x="37904" y="0"/>
                    <a:pt x="48816" y="10943"/>
                    <a:pt x="48816" y="2440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5523539" y="-788598"/>
              <a:ext cx="1976099" cy="1976145"/>
            </a:xfrm>
            <a:custGeom>
              <a:avLst/>
              <a:gdLst/>
              <a:ahLst/>
              <a:cxnLst/>
              <a:rect l="l" t="t" r="r" b="b"/>
              <a:pathLst>
                <a:path w="43649" h="43650" fill="none" extrusionOk="0">
                  <a:moveTo>
                    <a:pt x="43649" y="21825"/>
                  </a:moveTo>
                  <a:cubicBezTo>
                    <a:pt x="43649" y="33892"/>
                    <a:pt x="33892" y="43649"/>
                    <a:pt x="21824" y="43649"/>
                  </a:cubicBezTo>
                  <a:cubicBezTo>
                    <a:pt x="9757" y="43649"/>
                    <a:pt x="0" y="33892"/>
                    <a:pt x="0" y="21825"/>
                  </a:cubicBezTo>
                  <a:cubicBezTo>
                    <a:pt x="0" y="9758"/>
                    <a:pt x="9757" y="1"/>
                    <a:pt x="21824" y="1"/>
                  </a:cubicBezTo>
                  <a:cubicBezTo>
                    <a:pt x="33892" y="1"/>
                    <a:pt x="43649" y="9758"/>
                    <a:pt x="43649" y="218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4"/>
            <p:cNvSpPr/>
            <p:nvPr/>
          </p:nvSpPr>
          <p:spPr>
            <a:xfrm>
              <a:off x="5635000" y="-677092"/>
              <a:ext cx="1753178" cy="1753132"/>
            </a:xfrm>
            <a:custGeom>
              <a:avLst/>
              <a:gdLst/>
              <a:ahLst/>
              <a:cxnLst/>
              <a:rect l="l" t="t" r="r" b="b"/>
              <a:pathLst>
                <a:path w="38725" h="38724" fill="none" extrusionOk="0">
                  <a:moveTo>
                    <a:pt x="38725" y="19362"/>
                  </a:moveTo>
                  <a:cubicBezTo>
                    <a:pt x="38725" y="30061"/>
                    <a:pt x="30062" y="38724"/>
                    <a:pt x="19362" y="38724"/>
                  </a:cubicBezTo>
                  <a:cubicBezTo>
                    <a:pt x="8663" y="38724"/>
                    <a:pt x="0" y="30061"/>
                    <a:pt x="0" y="19362"/>
                  </a:cubicBezTo>
                  <a:cubicBezTo>
                    <a:pt x="0" y="8663"/>
                    <a:pt x="8663" y="0"/>
                    <a:pt x="19362" y="0"/>
                  </a:cubicBezTo>
                  <a:cubicBezTo>
                    <a:pt x="30062" y="0"/>
                    <a:pt x="38725" y="8663"/>
                    <a:pt x="38725" y="1936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4"/>
            <p:cNvSpPr/>
            <p:nvPr/>
          </p:nvSpPr>
          <p:spPr>
            <a:xfrm>
              <a:off x="5742341" y="-569796"/>
              <a:ext cx="1538495" cy="1538541"/>
            </a:xfrm>
            <a:custGeom>
              <a:avLst/>
              <a:gdLst/>
              <a:ahLst/>
              <a:cxnLst/>
              <a:rect l="l" t="t" r="r" b="b"/>
              <a:pathLst>
                <a:path w="33983" h="33984" fill="none" extrusionOk="0">
                  <a:moveTo>
                    <a:pt x="33983" y="16992"/>
                  </a:moveTo>
                  <a:cubicBezTo>
                    <a:pt x="33983" y="26384"/>
                    <a:pt x="26384" y="33983"/>
                    <a:pt x="16991" y="33983"/>
                  </a:cubicBezTo>
                  <a:cubicBezTo>
                    <a:pt x="7599" y="33983"/>
                    <a:pt x="0" y="26384"/>
                    <a:pt x="0" y="16992"/>
                  </a:cubicBezTo>
                  <a:cubicBezTo>
                    <a:pt x="0" y="7600"/>
                    <a:pt x="7599" y="1"/>
                    <a:pt x="16991" y="1"/>
                  </a:cubicBezTo>
                  <a:cubicBezTo>
                    <a:pt x="26384" y="1"/>
                    <a:pt x="33983" y="7600"/>
                    <a:pt x="33983" y="169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4"/>
            <p:cNvSpPr/>
            <p:nvPr/>
          </p:nvSpPr>
          <p:spPr>
            <a:xfrm>
              <a:off x="5842801" y="-387936"/>
              <a:ext cx="1337576" cy="1174821"/>
            </a:xfrm>
            <a:custGeom>
              <a:avLst/>
              <a:gdLst/>
              <a:ahLst/>
              <a:cxnLst/>
              <a:rect l="l" t="t" r="r" b="b"/>
              <a:pathLst>
                <a:path w="29545" h="25950" extrusionOk="0">
                  <a:moveTo>
                    <a:pt x="14779" y="2030"/>
                  </a:moveTo>
                  <a:cubicBezTo>
                    <a:pt x="19620" y="2030"/>
                    <a:pt x="24049" y="5279"/>
                    <a:pt x="25350" y="10179"/>
                  </a:cubicBezTo>
                  <a:cubicBezTo>
                    <a:pt x="26900" y="16015"/>
                    <a:pt x="23405" y="22002"/>
                    <a:pt x="17569" y="23553"/>
                  </a:cubicBezTo>
                  <a:cubicBezTo>
                    <a:pt x="16632" y="23801"/>
                    <a:pt x="15691" y="23920"/>
                    <a:pt x="14766" y="23920"/>
                  </a:cubicBezTo>
                  <a:cubicBezTo>
                    <a:pt x="9925" y="23920"/>
                    <a:pt x="5496" y="20671"/>
                    <a:pt x="4195" y="15771"/>
                  </a:cubicBezTo>
                  <a:cubicBezTo>
                    <a:pt x="2645" y="9935"/>
                    <a:pt x="6140" y="3948"/>
                    <a:pt x="11976" y="2397"/>
                  </a:cubicBezTo>
                  <a:cubicBezTo>
                    <a:pt x="12913" y="2149"/>
                    <a:pt x="13854" y="2030"/>
                    <a:pt x="14779" y="2030"/>
                  </a:cubicBezTo>
                  <a:close/>
                  <a:moveTo>
                    <a:pt x="14795" y="0"/>
                  </a:moveTo>
                  <a:cubicBezTo>
                    <a:pt x="10589" y="0"/>
                    <a:pt x="6465" y="2041"/>
                    <a:pt x="3952" y="5802"/>
                  </a:cubicBezTo>
                  <a:cubicBezTo>
                    <a:pt x="0" y="11790"/>
                    <a:pt x="1642" y="19814"/>
                    <a:pt x="7599" y="23796"/>
                  </a:cubicBezTo>
                  <a:cubicBezTo>
                    <a:pt x="9807" y="25253"/>
                    <a:pt x="12297" y="25950"/>
                    <a:pt x="14758" y="25950"/>
                  </a:cubicBezTo>
                  <a:cubicBezTo>
                    <a:pt x="18970" y="25950"/>
                    <a:pt x="23099" y="23909"/>
                    <a:pt x="25593" y="20148"/>
                  </a:cubicBezTo>
                  <a:cubicBezTo>
                    <a:pt x="29545" y="14160"/>
                    <a:pt x="27903" y="6136"/>
                    <a:pt x="21946" y="2154"/>
                  </a:cubicBezTo>
                  <a:cubicBezTo>
                    <a:pt x="19738" y="697"/>
                    <a:pt x="17252" y="0"/>
                    <a:pt x="1479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5" name="Google Shape;675;p24"/>
          <p:cNvGrpSpPr/>
          <p:nvPr/>
        </p:nvGrpSpPr>
        <p:grpSpPr>
          <a:xfrm>
            <a:off x="5628833" y="4828856"/>
            <a:ext cx="2790375" cy="64975"/>
            <a:chOff x="5954300" y="4334988"/>
            <a:chExt cx="2790375" cy="64975"/>
          </a:xfrm>
        </p:grpSpPr>
        <p:sp>
          <p:nvSpPr>
            <p:cNvPr id="676" name="Google Shape;676;p24"/>
            <p:cNvSpPr/>
            <p:nvPr/>
          </p:nvSpPr>
          <p:spPr>
            <a:xfrm>
              <a:off x="8544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4"/>
            <p:cNvSpPr/>
            <p:nvPr/>
          </p:nvSpPr>
          <p:spPr>
            <a:xfrm>
              <a:off x="7825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4"/>
            <p:cNvSpPr/>
            <p:nvPr/>
          </p:nvSpPr>
          <p:spPr>
            <a:xfrm>
              <a:off x="6385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4"/>
            <p:cNvSpPr/>
            <p:nvPr/>
          </p:nvSpPr>
          <p:spPr>
            <a:xfrm>
              <a:off x="7105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4"/>
            <p:cNvSpPr/>
            <p:nvPr/>
          </p:nvSpPr>
          <p:spPr>
            <a:xfrm>
              <a:off x="8401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4"/>
            <p:cNvSpPr/>
            <p:nvPr/>
          </p:nvSpPr>
          <p:spPr>
            <a:xfrm>
              <a:off x="7681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4"/>
            <p:cNvSpPr/>
            <p:nvPr/>
          </p:nvSpPr>
          <p:spPr>
            <a:xfrm>
              <a:off x="6242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4"/>
            <p:cNvSpPr/>
            <p:nvPr/>
          </p:nvSpPr>
          <p:spPr>
            <a:xfrm>
              <a:off x="6961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4"/>
            <p:cNvSpPr/>
            <p:nvPr/>
          </p:nvSpPr>
          <p:spPr>
            <a:xfrm>
              <a:off x="8689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4"/>
            <p:cNvSpPr/>
            <p:nvPr/>
          </p:nvSpPr>
          <p:spPr>
            <a:xfrm>
              <a:off x="7969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4"/>
            <p:cNvSpPr/>
            <p:nvPr/>
          </p:nvSpPr>
          <p:spPr>
            <a:xfrm>
              <a:off x="6530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4"/>
            <p:cNvSpPr/>
            <p:nvPr/>
          </p:nvSpPr>
          <p:spPr>
            <a:xfrm>
              <a:off x="7249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4"/>
            <p:cNvSpPr/>
            <p:nvPr/>
          </p:nvSpPr>
          <p:spPr>
            <a:xfrm>
              <a:off x="8256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4"/>
            <p:cNvSpPr/>
            <p:nvPr/>
          </p:nvSpPr>
          <p:spPr>
            <a:xfrm>
              <a:off x="7537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4"/>
            <p:cNvSpPr/>
            <p:nvPr/>
          </p:nvSpPr>
          <p:spPr>
            <a:xfrm>
              <a:off x="6097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4"/>
            <p:cNvSpPr/>
            <p:nvPr/>
          </p:nvSpPr>
          <p:spPr>
            <a:xfrm>
              <a:off x="6817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4"/>
            <p:cNvSpPr/>
            <p:nvPr/>
          </p:nvSpPr>
          <p:spPr>
            <a:xfrm>
              <a:off x="8113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4"/>
            <p:cNvSpPr/>
            <p:nvPr/>
          </p:nvSpPr>
          <p:spPr>
            <a:xfrm>
              <a:off x="7393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4"/>
            <p:cNvSpPr/>
            <p:nvPr/>
          </p:nvSpPr>
          <p:spPr>
            <a:xfrm>
              <a:off x="5954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4"/>
            <p:cNvSpPr/>
            <p:nvPr/>
          </p:nvSpPr>
          <p:spPr>
            <a:xfrm>
              <a:off x="6673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6" name="Google Shape;696;p24"/>
          <p:cNvGrpSpPr/>
          <p:nvPr/>
        </p:nvGrpSpPr>
        <p:grpSpPr>
          <a:xfrm flipH="1">
            <a:off x="7841608" y="-320208"/>
            <a:ext cx="1604419" cy="1604360"/>
            <a:chOff x="-74975" y="157600"/>
            <a:chExt cx="1604419" cy="1604360"/>
          </a:xfrm>
        </p:grpSpPr>
        <p:sp>
          <p:nvSpPr>
            <p:cNvPr id="697" name="Google Shape;697;p24"/>
            <p:cNvSpPr/>
            <p:nvPr/>
          </p:nvSpPr>
          <p:spPr>
            <a:xfrm>
              <a:off x="399627" y="632159"/>
              <a:ext cx="1129817" cy="1129801"/>
            </a:xfrm>
            <a:custGeom>
              <a:avLst/>
              <a:gdLst/>
              <a:ahLst/>
              <a:cxnLst/>
              <a:rect l="l" t="t" r="r" b="b"/>
              <a:pathLst>
                <a:path w="70306" h="70305" extrusionOk="0">
                  <a:moveTo>
                    <a:pt x="0" y="0"/>
                  </a:moveTo>
                  <a:lnTo>
                    <a:pt x="0" y="70305"/>
                  </a:lnTo>
                  <a:lnTo>
                    <a:pt x="7030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4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solidFill>
              <a:srgbClr val="368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4"/>
            <p:cNvSpPr/>
            <p:nvPr/>
          </p:nvSpPr>
          <p:spPr>
            <a:xfrm>
              <a:off x="213025" y="44557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4"/>
            <p:cNvSpPr/>
            <p:nvPr/>
          </p:nvSpPr>
          <p:spPr>
            <a:xfrm>
              <a:off x="155275" y="38782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4"/>
            <p:cNvSpPr/>
            <p:nvPr/>
          </p:nvSpPr>
          <p:spPr>
            <a:xfrm>
              <a:off x="98300" y="330850"/>
              <a:ext cx="757625" cy="757625"/>
            </a:xfrm>
            <a:custGeom>
              <a:avLst/>
              <a:gdLst/>
              <a:ahLst/>
              <a:cxnLst/>
              <a:rect l="l" t="t" r="r" b="b"/>
              <a:pathLst>
                <a:path w="30305" h="30305" fill="none" extrusionOk="0">
                  <a:moveTo>
                    <a:pt x="0" y="30305"/>
                  </a:moveTo>
                  <a:lnTo>
                    <a:pt x="3030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4"/>
            <p:cNvSpPr/>
            <p:nvPr/>
          </p:nvSpPr>
          <p:spPr>
            <a:xfrm>
              <a:off x="40550" y="2731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4"/>
            <p:cNvSpPr/>
            <p:nvPr/>
          </p:nvSpPr>
          <p:spPr>
            <a:xfrm>
              <a:off x="-17200" y="215350"/>
              <a:ext cx="758375" cy="758375"/>
            </a:xfrm>
            <a:custGeom>
              <a:avLst/>
              <a:gdLst/>
              <a:ahLst/>
              <a:cxnLst/>
              <a:rect l="l" t="t" r="r" b="b"/>
              <a:pathLst>
                <a:path w="30335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4"/>
            <p:cNvSpPr/>
            <p:nvPr/>
          </p:nvSpPr>
          <p:spPr>
            <a:xfrm>
              <a:off x="-74975" y="1576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1" y="30335"/>
                  </a:moveTo>
                  <a:lnTo>
                    <a:pt x="30336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4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fill="none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6" name="Google Shape;706;p24"/>
          <p:cNvSpPr txBox="1">
            <a:spLocks noGrp="1"/>
          </p:cNvSpPr>
          <p:nvPr>
            <p:ph type="subTitle" idx="1"/>
          </p:nvPr>
        </p:nvSpPr>
        <p:spPr>
          <a:xfrm>
            <a:off x="2314613" y="1788875"/>
            <a:ext cx="1891500" cy="46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07" name="Google Shape;707;p24"/>
          <p:cNvSpPr txBox="1">
            <a:spLocks noGrp="1"/>
          </p:cNvSpPr>
          <p:nvPr>
            <p:ph type="subTitle" idx="2"/>
          </p:nvPr>
        </p:nvSpPr>
        <p:spPr>
          <a:xfrm>
            <a:off x="2314613" y="2115203"/>
            <a:ext cx="1891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24"/>
          <p:cNvSpPr txBox="1">
            <a:spLocks noGrp="1"/>
          </p:cNvSpPr>
          <p:nvPr>
            <p:ph type="subTitle" idx="3"/>
          </p:nvPr>
        </p:nvSpPr>
        <p:spPr>
          <a:xfrm>
            <a:off x="4937889" y="2115203"/>
            <a:ext cx="1891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9" name="Google Shape;709;p24"/>
          <p:cNvSpPr txBox="1">
            <a:spLocks noGrp="1"/>
          </p:cNvSpPr>
          <p:nvPr>
            <p:ph type="subTitle" idx="4"/>
          </p:nvPr>
        </p:nvSpPr>
        <p:spPr>
          <a:xfrm>
            <a:off x="2314613" y="3415471"/>
            <a:ext cx="1891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0" name="Google Shape;710;p24"/>
          <p:cNvSpPr txBox="1">
            <a:spLocks noGrp="1"/>
          </p:cNvSpPr>
          <p:nvPr>
            <p:ph type="subTitle" idx="5"/>
          </p:nvPr>
        </p:nvSpPr>
        <p:spPr>
          <a:xfrm>
            <a:off x="4937889" y="3415471"/>
            <a:ext cx="1891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1" name="Google Shape;711;p24"/>
          <p:cNvSpPr txBox="1">
            <a:spLocks noGrp="1"/>
          </p:cNvSpPr>
          <p:nvPr>
            <p:ph type="subTitle" idx="6"/>
          </p:nvPr>
        </p:nvSpPr>
        <p:spPr>
          <a:xfrm>
            <a:off x="2314613" y="2981693"/>
            <a:ext cx="1891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2" name="Google Shape;712;p24"/>
          <p:cNvSpPr txBox="1">
            <a:spLocks noGrp="1"/>
          </p:cNvSpPr>
          <p:nvPr>
            <p:ph type="subTitle" idx="7"/>
          </p:nvPr>
        </p:nvSpPr>
        <p:spPr>
          <a:xfrm>
            <a:off x="4937887" y="1788875"/>
            <a:ext cx="1891500" cy="46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3" name="Google Shape;713;p24"/>
          <p:cNvSpPr txBox="1">
            <a:spLocks noGrp="1"/>
          </p:cNvSpPr>
          <p:nvPr>
            <p:ph type="subTitle" idx="8"/>
          </p:nvPr>
        </p:nvSpPr>
        <p:spPr>
          <a:xfrm>
            <a:off x="4937887" y="2981693"/>
            <a:ext cx="1891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4" name="Google Shape;714;p24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8"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36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64" name="Google Shape;1064;p36"/>
          <p:cNvGrpSpPr/>
          <p:nvPr/>
        </p:nvGrpSpPr>
        <p:grpSpPr>
          <a:xfrm rot="10800000">
            <a:off x="-1421297" y="-502690"/>
            <a:ext cx="3382300" cy="1993950"/>
            <a:chOff x="1317925" y="2802775"/>
            <a:chExt cx="3382300" cy="1993950"/>
          </a:xfrm>
        </p:grpSpPr>
        <p:sp>
          <p:nvSpPr>
            <p:cNvPr id="1065" name="Google Shape;1065;p36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6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6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6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6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6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6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6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6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6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6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6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7" name="Google Shape;1077;p36"/>
          <p:cNvGrpSpPr/>
          <p:nvPr/>
        </p:nvGrpSpPr>
        <p:grpSpPr>
          <a:xfrm>
            <a:off x="3176813" y="4566944"/>
            <a:ext cx="2790375" cy="64975"/>
            <a:chOff x="5954300" y="4334988"/>
            <a:chExt cx="2790375" cy="64975"/>
          </a:xfrm>
        </p:grpSpPr>
        <p:sp>
          <p:nvSpPr>
            <p:cNvPr id="1078" name="Google Shape;1078;p36"/>
            <p:cNvSpPr/>
            <p:nvPr/>
          </p:nvSpPr>
          <p:spPr>
            <a:xfrm>
              <a:off x="8544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6"/>
            <p:cNvSpPr/>
            <p:nvPr/>
          </p:nvSpPr>
          <p:spPr>
            <a:xfrm>
              <a:off x="7825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6"/>
            <p:cNvSpPr/>
            <p:nvPr/>
          </p:nvSpPr>
          <p:spPr>
            <a:xfrm>
              <a:off x="6385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6"/>
            <p:cNvSpPr/>
            <p:nvPr/>
          </p:nvSpPr>
          <p:spPr>
            <a:xfrm>
              <a:off x="7105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6"/>
            <p:cNvSpPr/>
            <p:nvPr/>
          </p:nvSpPr>
          <p:spPr>
            <a:xfrm>
              <a:off x="8401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6"/>
            <p:cNvSpPr/>
            <p:nvPr/>
          </p:nvSpPr>
          <p:spPr>
            <a:xfrm>
              <a:off x="7681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6"/>
            <p:cNvSpPr/>
            <p:nvPr/>
          </p:nvSpPr>
          <p:spPr>
            <a:xfrm>
              <a:off x="6242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6"/>
            <p:cNvSpPr/>
            <p:nvPr/>
          </p:nvSpPr>
          <p:spPr>
            <a:xfrm>
              <a:off x="6961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6"/>
            <p:cNvSpPr/>
            <p:nvPr/>
          </p:nvSpPr>
          <p:spPr>
            <a:xfrm>
              <a:off x="8689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6"/>
            <p:cNvSpPr/>
            <p:nvPr/>
          </p:nvSpPr>
          <p:spPr>
            <a:xfrm>
              <a:off x="7969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6"/>
            <p:cNvSpPr/>
            <p:nvPr/>
          </p:nvSpPr>
          <p:spPr>
            <a:xfrm>
              <a:off x="6530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6"/>
            <p:cNvSpPr/>
            <p:nvPr/>
          </p:nvSpPr>
          <p:spPr>
            <a:xfrm>
              <a:off x="7249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6"/>
            <p:cNvSpPr/>
            <p:nvPr/>
          </p:nvSpPr>
          <p:spPr>
            <a:xfrm>
              <a:off x="8256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6"/>
            <p:cNvSpPr/>
            <p:nvPr/>
          </p:nvSpPr>
          <p:spPr>
            <a:xfrm>
              <a:off x="7537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6"/>
            <p:cNvSpPr/>
            <p:nvPr/>
          </p:nvSpPr>
          <p:spPr>
            <a:xfrm>
              <a:off x="6097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6"/>
            <p:cNvSpPr/>
            <p:nvPr/>
          </p:nvSpPr>
          <p:spPr>
            <a:xfrm>
              <a:off x="6817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6"/>
            <p:cNvSpPr/>
            <p:nvPr/>
          </p:nvSpPr>
          <p:spPr>
            <a:xfrm>
              <a:off x="8113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6"/>
            <p:cNvSpPr/>
            <p:nvPr/>
          </p:nvSpPr>
          <p:spPr>
            <a:xfrm>
              <a:off x="7393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6"/>
            <p:cNvSpPr/>
            <p:nvPr/>
          </p:nvSpPr>
          <p:spPr>
            <a:xfrm>
              <a:off x="5954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6"/>
            <p:cNvSpPr/>
            <p:nvPr/>
          </p:nvSpPr>
          <p:spPr>
            <a:xfrm>
              <a:off x="6673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8" name="Google Shape;1098;p36"/>
          <p:cNvGrpSpPr/>
          <p:nvPr/>
        </p:nvGrpSpPr>
        <p:grpSpPr>
          <a:xfrm>
            <a:off x="8482509" y="1395590"/>
            <a:ext cx="1359460" cy="1359460"/>
            <a:chOff x="3901550" y="2223725"/>
            <a:chExt cx="1557050" cy="1557050"/>
          </a:xfrm>
        </p:grpSpPr>
        <p:sp>
          <p:nvSpPr>
            <p:cNvPr id="1099" name="Google Shape;1099;p36"/>
            <p:cNvSpPr/>
            <p:nvPr/>
          </p:nvSpPr>
          <p:spPr>
            <a:xfrm>
              <a:off x="4212350" y="2535275"/>
              <a:ext cx="934700" cy="933925"/>
            </a:xfrm>
            <a:custGeom>
              <a:avLst/>
              <a:gdLst/>
              <a:ahLst/>
              <a:cxnLst/>
              <a:rect l="l" t="t" r="r" b="b"/>
              <a:pathLst>
                <a:path w="37388" h="37357" extrusionOk="0">
                  <a:moveTo>
                    <a:pt x="18694" y="1"/>
                  </a:moveTo>
                  <a:cubicBezTo>
                    <a:pt x="8390" y="1"/>
                    <a:pt x="1" y="8360"/>
                    <a:pt x="1" y="18664"/>
                  </a:cubicBezTo>
                  <a:cubicBezTo>
                    <a:pt x="1" y="28998"/>
                    <a:pt x="8390" y="37357"/>
                    <a:pt x="18694" y="37357"/>
                  </a:cubicBezTo>
                  <a:cubicBezTo>
                    <a:pt x="29028" y="37357"/>
                    <a:pt x="37387" y="28998"/>
                    <a:pt x="37387" y="18664"/>
                  </a:cubicBezTo>
                  <a:cubicBezTo>
                    <a:pt x="37387" y="8360"/>
                    <a:pt x="29028" y="1"/>
                    <a:pt x="186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6"/>
            <p:cNvSpPr/>
            <p:nvPr/>
          </p:nvSpPr>
          <p:spPr>
            <a:xfrm>
              <a:off x="4385600" y="2707775"/>
              <a:ext cx="588950" cy="588950"/>
            </a:xfrm>
            <a:custGeom>
              <a:avLst/>
              <a:gdLst/>
              <a:ahLst/>
              <a:cxnLst/>
              <a:rect l="l" t="t" r="r" b="b"/>
              <a:pathLst>
                <a:path w="23558" h="23558" fill="none" extrusionOk="0">
                  <a:moveTo>
                    <a:pt x="23557" y="11764"/>
                  </a:moveTo>
                  <a:cubicBezTo>
                    <a:pt x="23557" y="18268"/>
                    <a:pt x="18269" y="23557"/>
                    <a:pt x="11764" y="23557"/>
                  </a:cubicBezTo>
                  <a:cubicBezTo>
                    <a:pt x="5259" y="23557"/>
                    <a:pt x="1" y="18268"/>
                    <a:pt x="1" y="11764"/>
                  </a:cubicBezTo>
                  <a:cubicBezTo>
                    <a:pt x="1" y="5259"/>
                    <a:pt x="5259" y="1"/>
                    <a:pt x="11764" y="1"/>
                  </a:cubicBezTo>
                  <a:cubicBezTo>
                    <a:pt x="18269" y="1"/>
                    <a:pt x="23557" y="5259"/>
                    <a:pt x="23557" y="11764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6"/>
            <p:cNvSpPr/>
            <p:nvPr/>
          </p:nvSpPr>
          <p:spPr>
            <a:xfrm>
              <a:off x="4596100" y="2919025"/>
              <a:ext cx="167200" cy="166450"/>
            </a:xfrm>
            <a:custGeom>
              <a:avLst/>
              <a:gdLst/>
              <a:ahLst/>
              <a:cxnLst/>
              <a:rect l="l" t="t" r="r" b="b"/>
              <a:pathLst>
                <a:path w="6688" h="6658" extrusionOk="0">
                  <a:moveTo>
                    <a:pt x="3344" y="1"/>
                  </a:moveTo>
                  <a:cubicBezTo>
                    <a:pt x="1520" y="1"/>
                    <a:pt x="0" y="1490"/>
                    <a:pt x="0" y="3314"/>
                  </a:cubicBezTo>
                  <a:cubicBezTo>
                    <a:pt x="0" y="5168"/>
                    <a:pt x="1520" y="6657"/>
                    <a:pt x="3344" y="6657"/>
                  </a:cubicBezTo>
                  <a:cubicBezTo>
                    <a:pt x="5198" y="6657"/>
                    <a:pt x="6687" y="5168"/>
                    <a:pt x="6687" y="3314"/>
                  </a:cubicBezTo>
                  <a:cubicBezTo>
                    <a:pt x="6687" y="1490"/>
                    <a:pt x="5198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6"/>
            <p:cNvSpPr/>
            <p:nvPr/>
          </p:nvSpPr>
          <p:spPr>
            <a:xfrm>
              <a:off x="4496550" y="2819475"/>
              <a:ext cx="366300" cy="365525"/>
            </a:xfrm>
            <a:custGeom>
              <a:avLst/>
              <a:gdLst/>
              <a:ahLst/>
              <a:cxnLst/>
              <a:rect l="l" t="t" r="r" b="b"/>
              <a:pathLst>
                <a:path w="14652" h="14621" fill="none" extrusionOk="0">
                  <a:moveTo>
                    <a:pt x="14651" y="7296"/>
                  </a:moveTo>
                  <a:cubicBezTo>
                    <a:pt x="14651" y="11338"/>
                    <a:pt x="11369" y="14621"/>
                    <a:pt x="7326" y="14621"/>
                  </a:cubicBezTo>
                  <a:cubicBezTo>
                    <a:pt x="3283" y="14621"/>
                    <a:pt x="1" y="11338"/>
                    <a:pt x="1" y="7296"/>
                  </a:cubicBezTo>
                  <a:cubicBezTo>
                    <a:pt x="1" y="3283"/>
                    <a:pt x="3283" y="1"/>
                    <a:pt x="7326" y="1"/>
                  </a:cubicBezTo>
                  <a:cubicBezTo>
                    <a:pt x="11369" y="1"/>
                    <a:pt x="14651" y="3283"/>
                    <a:pt x="14651" y="7296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6"/>
            <p:cNvSpPr/>
            <p:nvPr/>
          </p:nvSpPr>
          <p:spPr>
            <a:xfrm>
              <a:off x="3901550" y="2223725"/>
              <a:ext cx="1557050" cy="1557050"/>
            </a:xfrm>
            <a:custGeom>
              <a:avLst/>
              <a:gdLst/>
              <a:ahLst/>
              <a:cxnLst/>
              <a:rect l="l" t="t" r="r" b="b"/>
              <a:pathLst>
                <a:path w="62282" h="62282" extrusionOk="0">
                  <a:moveTo>
                    <a:pt x="31126" y="5259"/>
                  </a:moveTo>
                  <a:cubicBezTo>
                    <a:pt x="45412" y="5259"/>
                    <a:pt x="57023" y="16840"/>
                    <a:pt x="57023" y="31126"/>
                  </a:cubicBezTo>
                  <a:cubicBezTo>
                    <a:pt x="57023" y="45442"/>
                    <a:pt x="45412" y="57023"/>
                    <a:pt x="31126" y="57023"/>
                  </a:cubicBezTo>
                  <a:cubicBezTo>
                    <a:pt x="16840" y="57023"/>
                    <a:pt x="5259" y="45442"/>
                    <a:pt x="5259" y="31126"/>
                  </a:cubicBezTo>
                  <a:cubicBezTo>
                    <a:pt x="5259" y="16840"/>
                    <a:pt x="16840" y="5259"/>
                    <a:pt x="31126" y="5259"/>
                  </a:cubicBezTo>
                  <a:close/>
                  <a:moveTo>
                    <a:pt x="31126" y="1"/>
                  </a:moveTo>
                  <a:cubicBezTo>
                    <a:pt x="13922" y="1"/>
                    <a:pt x="1" y="13952"/>
                    <a:pt x="1" y="31126"/>
                  </a:cubicBezTo>
                  <a:cubicBezTo>
                    <a:pt x="1" y="48330"/>
                    <a:pt x="13922" y="62281"/>
                    <a:pt x="31126" y="62281"/>
                  </a:cubicBezTo>
                  <a:cubicBezTo>
                    <a:pt x="48330" y="62281"/>
                    <a:pt x="62281" y="48330"/>
                    <a:pt x="62281" y="31126"/>
                  </a:cubicBezTo>
                  <a:cubicBezTo>
                    <a:pt x="62281" y="13952"/>
                    <a:pt x="48330" y="1"/>
                    <a:pt x="31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4" name="Google Shape;1194;p41"/>
          <p:cNvGrpSpPr/>
          <p:nvPr/>
        </p:nvGrpSpPr>
        <p:grpSpPr>
          <a:xfrm>
            <a:off x="8430750" y="1225934"/>
            <a:ext cx="2691676" cy="2691631"/>
            <a:chOff x="5165750" y="-1146341"/>
            <a:chExt cx="2691676" cy="2691631"/>
          </a:xfrm>
        </p:grpSpPr>
        <p:sp>
          <p:nvSpPr>
            <p:cNvPr id="1195" name="Google Shape;1195;p41"/>
            <p:cNvSpPr/>
            <p:nvPr/>
          </p:nvSpPr>
          <p:spPr>
            <a:xfrm>
              <a:off x="5923974" y="-388117"/>
              <a:ext cx="1175229" cy="1175184"/>
            </a:xfrm>
            <a:custGeom>
              <a:avLst/>
              <a:gdLst/>
              <a:ahLst/>
              <a:cxnLst/>
              <a:rect l="l" t="t" r="r" b="b"/>
              <a:pathLst>
                <a:path w="25959" h="25958" fill="none" extrusionOk="0">
                  <a:moveTo>
                    <a:pt x="25958" y="12979"/>
                  </a:moveTo>
                  <a:cubicBezTo>
                    <a:pt x="25958" y="20152"/>
                    <a:pt x="20153" y="25958"/>
                    <a:pt x="12979" y="25958"/>
                  </a:cubicBezTo>
                  <a:cubicBezTo>
                    <a:pt x="5806" y="25958"/>
                    <a:pt x="1" y="20152"/>
                    <a:pt x="1" y="12979"/>
                  </a:cubicBezTo>
                  <a:cubicBezTo>
                    <a:pt x="1" y="5806"/>
                    <a:pt x="5806" y="0"/>
                    <a:pt x="12979" y="0"/>
                  </a:cubicBezTo>
                  <a:cubicBezTo>
                    <a:pt x="20153" y="0"/>
                    <a:pt x="25958" y="5806"/>
                    <a:pt x="25958" y="1297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1"/>
            <p:cNvSpPr/>
            <p:nvPr/>
          </p:nvSpPr>
          <p:spPr>
            <a:xfrm>
              <a:off x="5840039" y="-472098"/>
              <a:ext cx="1343099" cy="1343145"/>
            </a:xfrm>
            <a:custGeom>
              <a:avLst/>
              <a:gdLst/>
              <a:ahLst/>
              <a:cxnLst/>
              <a:rect l="l" t="t" r="r" b="b"/>
              <a:pathLst>
                <a:path w="29667" h="29668" fill="none" extrusionOk="0">
                  <a:moveTo>
                    <a:pt x="29667" y="14834"/>
                  </a:moveTo>
                  <a:cubicBezTo>
                    <a:pt x="29667" y="23041"/>
                    <a:pt x="23040" y="29667"/>
                    <a:pt x="14833" y="29667"/>
                  </a:cubicBezTo>
                  <a:cubicBezTo>
                    <a:pt x="6627" y="29667"/>
                    <a:pt x="0" y="23041"/>
                    <a:pt x="0" y="14834"/>
                  </a:cubicBezTo>
                  <a:cubicBezTo>
                    <a:pt x="0" y="6627"/>
                    <a:pt x="6627" y="1"/>
                    <a:pt x="14833" y="1"/>
                  </a:cubicBezTo>
                  <a:cubicBezTo>
                    <a:pt x="23040" y="1"/>
                    <a:pt x="29667" y="6627"/>
                    <a:pt x="29667" y="148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1"/>
            <p:cNvSpPr/>
            <p:nvPr/>
          </p:nvSpPr>
          <p:spPr>
            <a:xfrm>
              <a:off x="5165750" y="-1146341"/>
              <a:ext cx="2691676" cy="2691631"/>
            </a:xfrm>
            <a:custGeom>
              <a:avLst/>
              <a:gdLst/>
              <a:ahLst/>
              <a:cxnLst/>
              <a:rect l="l" t="t" r="r" b="b"/>
              <a:pathLst>
                <a:path w="59455" h="59454" fill="none" extrusionOk="0">
                  <a:moveTo>
                    <a:pt x="59454" y="29727"/>
                  </a:moveTo>
                  <a:cubicBezTo>
                    <a:pt x="59454" y="46141"/>
                    <a:pt x="46141" y="59454"/>
                    <a:pt x="29727" y="59454"/>
                  </a:cubicBezTo>
                  <a:cubicBezTo>
                    <a:pt x="13314" y="59454"/>
                    <a:pt x="0" y="46141"/>
                    <a:pt x="0" y="29727"/>
                  </a:cubicBezTo>
                  <a:cubicBezTo>
                    <a:pt x="0" y="13313"/>
                    <a:pt x="13314" y="0"/>
                    <a:pt x="29727" y="0"/>
                  </a:cubicBezTo>
                  <a:cubicBezTo>
                    <a:pt x="46141" y="0"/>
                    <a:pt x="59454" y="13313"/>
                    <a:pt x="59454" y="2972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1"/>
            <p:cNvSpPr/>
            <p:nvPr/>
          </p:nvSpPr>
          <p:spPr>
            <a:xfrm>
              <a:off x="5286854" y="-1025282"/>
              <a:ext cx="2449469" cy="2449514"/>
            </a:xfrm>
            <a:custGeom>
              <a:avLst/>
              <a:gdLst/>
              <a:ahLst/>
              <a:cxnLst/>
              <a:rect l="l" t="t" r="r" b="b"/>
              <a:pathLst>
                <a:path w="54105" h="54106" fill="none" extrusionOk="0">
                  <a:moveTo>
                    <a:pt x="54105" y="27053"/>
                  </a:moveTo>
                  <a:cubicBezTo>
                    <a:pt x="54105" y="41977"/>
                    <a:pt x="41977" y="54105"/>
                    <a:pt x="27052" y="54105"/>
                  </a:cubicBezTo>
                  <a:cubicBezTo>
                    <a:pt x="12128" y="54105"/>
                    <a:pt x="0" y="41977"/>
                    <a:pt x="0" y="27053"/>
                  </a:cubicBezTo>
                  <a:cubicBezTo>
                    <a:pt x="0" y="12129"/>
                    <a:pt x="12128" y="1"/>
                    <a:pt x="27052" y="1"/>
                  </a:cubicBezTo>
                  <a:cubicBezTo>
                    <a:pt x="41977" y="1"/>
                    <a:pt x="54105" y="12129"/>
                    <a:pt x="54105" y="2705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1"/>
            <p:cNvSpPr/>
            <p:nvPr/>
          </p:nvSpPr>
          <p:spPr>
            <a:xfrm>
              <a:off x="5406555" y="-905537"/>
              <a:ext cx="2210068" cy="2210022"/>
            </a:xfrm>
            <a:custGeom>
              <a:avLst/>
              <a:gdLst/>
              <a:ahLst/>
              <a:cxnLst/>
              <a:rect l="l" t="t" r="r" b="b"/>
              <a:pathLst>
                <a:path w="48817" h="48816" fill="none" extrusionOk="0">
                  <a:moveTo>
                    <a:pt x="48816" y="24408"/>
                  </a:moveTo>
                  <a:cubicBezTo>
                    <a:pt x="48816" y="37873"/>
                    <a:pt x="37904" y="48816"/>
                    <a:pt x="24408" y="48816"/>
                  </a:cubicBezTo>
                  <a:cubicBezTo>
                    <a:pt x="10943" y="48816"/>
                    <a:pt x="1" y="37873"/>
                    <a:pt x="1" y="24408"/>
                  </a:cubicBezTo>
                  <a:cubicBezTo>
                    <a:pt x="1" y="10943"/>
                    <a:pt x="10943" y="0"/>
                    <a:pt x="24408" y="0"/>
                  </a:cubicBezTo>
                  <a:cubicBezTo>
                    <a:pt x="37904" y="0"/>
                    <a:pt x="48816" y="10943"/>
                    <a:pt x="48816" y="2440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1"/>
            <p:cNvSpPr/>
            <p:nvPr/>
          </p:nvSpPr>
          <p:spPr>
            <a:xfrm>
              <a:off x="5523539" y="-788598"/>
              <a:ext cx="1976099" cy="1976145"/>
            </a:xfrm>
            <a:custGeom>
              <a:avLst/>
              <a:gdLst/>
              <a:ahLst/>
              <a:cxnLst/>
              <a:rect l="l" t="t" r="r" b="b"/>
              <a:pathLst>
                <a:path w="43649" h="43650" fill="none" extrusionOk="0">
                  <a:moveTo>
                    <a:pt x="43649" y="21825"/>
                  </a:moveTo>
                  <a:cubicBezTo>
                    <a:pt x="43649" y="33892"/>
                    <a:pt x="33892" y="43649"/>
                    <a:pt x="21824" y="43649"/>
                  </a:cubicBezTo>
                  <a:cubicBezTo>
                    <a:pt x="9757" y="43649"/>
                    <a:pt x="0" y="33892"/>
                    <a:pt x="0" y="21825"/>
                  </a:cubicBezTo>
                  <a:cubicBezTo>
                    <a:pt x="0" y="9758"/>
                    <a:pt x="9757" y="1"/>
                    <a:pt x="21824" y="1"/>
                  </a:cubicBezTo>
                  <a:cubicBezTo>
                    <a:pt x="33892" y="1"/>
                    <a:pt x="43649" y="9758"/>
                    <a:pt x="43649" y="218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1"/>
            <p:cNvSpPr/>
            <p:nvPr/>
          </p:nvSpPr>
          <p:spPr>
            <a:xfrm>
              <a:off x="5635000" y="-677092"/>
              <a:ext cx="1753178" cy="1753132"/>
            </a:xfrm>
            <a:custGeom>
              <a:avLst/>
              <a:gdLst/>
              <a:ahLst/>
              <a:cxnLst/>
              <a:rect l="l" t="t" r="r" b="b"/>
              <a:pathLst>
                <a:path w="38725" h="38724" fill="none" extrusionOk="0">
                  <a:moveTo>
                    <a:pt x="38725" y="19362"/>
                  </a:moveTo>
                  <a:cubicBezTo>
                    <a:pt x="38725" y="30061"/>
                    <a:pt x="30062" y="38724"/>
                    <a:pt x="19362" y="38724"/>
                  </a:cubicBezTo>
                  <a:cubicBezTo>
                    <a:pt x="8663" y="38724"/>
                    <a:pt x="0" y="30061"/>
                    <a:pt x="0" y="19362"/>
                  </a:cubicBezTo>
                  <a:cubicBezTo>
                    <a:pt x="0" y="8663"/>
                    <a:pt x="8663" y="0"/>
                    <a:pt x="19362" y="0"/>
                  </a:cubicBezTo>
                  <a:cubicBezTo>
                    <a:pt x="30062" y="0"/>
                    <a:pt x="38725" y="8663"/>
                    <a:pt x="38725" y="1936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1"/>
            <p:cNvSpPr/>
            <p:nvPr/>
          </p:nvSpPr>
          <p:spPr>
            <a:xfrm>
              <a:off x="5742341" y="-569796"/>
              <a:ext cx="1538495" cy="1538541"/>
            </a:xfrm>
            <a:custGeom>
              <a:avLst/>
              <a:gdLst/>
              <a:ahLst/>
              <a:cxnLst/>
              <a:rect l="l" t="t" r="r" b="b"/>
              <a:pathLst>
                <a:path w="33983" h="33984" fill="none" extrusionOk="0">
                  <a:moveTo>
                    <a:pt x="33983" y="16992"/>
                  </a:moveTo>
                  <a:cubicBezTo>
                    <a:pt x="33983" y="26384"/>
                    <a:pt x="26384" y="33983"/>
                    <a:pt x="16991" y="33983"/>
                  </a:cubicBezTo>
                  <a:cubicBezTo>
                    <a:pt x="7599" y="33983"/>
                    <a:pt x="0" y="26384"/>
                    <a:pt x="0" y="16992"/>
                  </a:cubicBezTo>
                  <a:cubicBezTo>
                    <a:pt x="0" y="7600"/>
                    <a:pt x="7599" y="1"/>
                    <a:pt x="16991" y="1"/>
                  </a:cubicBezTo>
                  <a:cubicBezTo>
                    <a:pt x="26384" y="1"/>
                    <a:pt x="33983" y="7600"/>
                    <a:pt x="33983" y="169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1"/>
            <p:cNvSpPr/>
            <p:nvPr/>
          </p:nvSpPr>
          <p:spPr>
            <a:xfrm>
              <a:off x="5842801" y="-387936"/>
              <a:ext cx="1337576" cy="1174821"/>
            </a:xfrm>
            <a:custGeom>
              <a:avLst/>
              <a:gdLst/>
              <a:ahLst/>
              <a:cxnLst/>
              <a:rect l="l" t="t" r="r" b="b"/>
              <a:pathLst>
                <a:path w="29545" h="25950" extrusionOk="0">
                  <a:moveTo>
                    <a:pt x="14779" y="2030"/>
                  </a:moveTo>
                  <a:cubicBezTo>
                    <a:pt x="19620" y="2030"/>
                    <a:pt x="24049" y="5279"/>
                    <a:pt x="25350" y="10179"/>
                  </a:cubicBezTo>
                  <a:cubicBezTo>
                    <a:pt x="26900" y="16015"/>
                    <a:pt x="23405" y="22002"/>
                    <a:pt x="17569" y="23553"/>
                  </a:cubicBezTo>
                  <a:cubicBezTo>
                    <a:pt x="16632" y="23801"/>
                    <a:pt x="15691" y="23920"/>
                    <a:pt x="14766" y="23920"/>
                  </a:cubicBezTo>
                  <a:cubicBezTo>
                    <a:pt x="9925" y="23920"/>
                    <a:pt x="5496" y="20671"/>
                    <a:pt x="4195" y="15771"/>
                  </a:cubicBezTo>
                  <a:cubicBezTo>
                    <a:pt x="2645" y="9935"/>
                    <a:pt x="6140" y="3948"/>
                    <a:pt x="11976" y="2397"/>
                  </a:cubicBezTo>
                  <a:cubicBezTo>
                    <a:pt x="12913" y="2149"/>
                    <a:pt x="13854" y="2030"/>
                    <a:pt x="14779" y="2030"/>
                  </a:cubicBezTo>
                  <a:close/>
                  <a:moveTo>
                    <a:pt x="14795" y="0"/>
                  </a:moveTo>
                  <a:cubicBezTo>
                    <a:pt x="10589" y="0"/>
                    <a:pt x="6465" y="2041"/>
                    <a:pt x="3952" y="5802"/>
                  </a:cubicBezTo>
                  <a:cubicBezTo>
                    <a:pt x="0" y="11790"/>
                    <a:pt x="1642" y="19814"/>
                    <a:pt x="7599" y="23796"/>
                  </a:cubicBezTo>
                  <a:cubicBezTo>
                    <a:pt x="9807" y="25253"/>
                    <a:pt x="12297" y="25950"/>
                    <a:pt x="14758" y="25950"/>
                  </a:cubicBezTo>
                  <a:cubicBezTo>
                    <a:pt x="18970" y="25950"/>
                    <a:pt x="23099" y="23909"/>
                    <a:pt x="25593" y="20148"/>
                  </a:cubicBezTo>
                  <a:cubicBezTo>
                    <a:pt x="29545" y="14160"/>
                    <a:pt x="27903" y="6136"/>
                    <a:pt x="21946" y="2154"/>
                  </a:cubicBezTo>
                  <a:cubicBezTo>
                    <a:pt x="19738" y="697"/>
                    <a:pt x="17252" y="0"/>
                    <a:pt x="1479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4" name="Google Shape;1204;p41"/>
          <p:cNvGrpSpPr/>
          <p:nvPr/>
        </p:nvGrpSpPr>
        <p:grpSpPr>
          <a:xfrm>
            <a:off x="713225" y="4828856"/>
            <a:ext cx="2790375" cy="64975"/>
            <a:chOff x="5954300" y="4334988"/>
            <a:chExt cx="2790375" cy="64975"/>
          </a:xfrm>
        </p:grpSpPr>
        <p:sp>
          <p:nvSpPr>
            <p:cNvPr id="1205" name="Google Shape;1205;p41"/>
            <p:cNvSpPr/>
            <p:nvPr/>
          </p:nvSpPr>
          <p:spPr>
            <a:xfrm>
              <a:off x="8544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1"/>
            <p:cNvSpPr/>
            <p:nvPr/>
          </p:nvSpPr>
          <p:spPr>
            <a:xfrm>
              <a:off x="7825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1"/>
            <p:cNvSpPr/>
            <p:nvPr/>
          </p:nvSpPr>
          <p:spPr>
            <a:xfrm>
              <a:off x="6385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1"/>
            <p:cNvSpPr/>
            <p:nvPr/>
          </p:nvSpPr>
          <p:spPr>
            <a:xfrm>
              <a:off x="7105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1"/>
            <p:cNvSpPr/>
            <p:nvPr/>
          </p:nvSpPr>
          <p:spPr>
            <a:xfrm>
              <a:off x="8401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1"/>
            <p:cNvSpPr/>
            <p:nvPr/>
          </p:nvSpPr>
          <p:spPr>
            <a:xfrm>
              <a:off x="7681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1"/>
            <p:cNvSpPr/>
            <p:nvPr/>
          </p:nvSpPr>
          <p:spPr>
            <a:xfrm>
              <a:off x="6242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1"/>
            <p:cNvSpPr/>
            <p:nvPr/>
          </p:nvSpPr>
          <p:spPr>
            <a:xfrm>
              <a:off x="6961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1"/>
            <p:cNvSpPr/>
            <p:nvPr/>
          </p:nvSpPr>
          <p:spPr>
            <a:xfrm>
              <a:off x="8689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1"/>
            <p:cNvSpPr/>
            <p:nvPr/>
          </p:nvSpPr>
          <p:spPr>
            <a:xfrm>
              <a:off x="7969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1"/>
            <p:cNvSpPr/>
            <p:nvPr/>
          </p:nvSpPr>
          <p:spPr>
            <a:xfrm>
              <a:off x="6530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1"/>
            <p:cNvSpPr/>
            <p:nvPr/>
          </p:nvSpPr>
          <p:spPr>
            <a:xfrm>
              <a:off x="7249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1"/>
            <p:cNvSpPr/>
            <p:nvPr/>
          </p:nvSpPr>
          <p:spPr>
            <a:xfrm>
              <a:off x="8256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1"/>
            <p:cNvSpPr/>
            <p:nvPr/>
          </p:nvSpPr>
          <p:spPr>
            <a:xfrm>
              <a:off x="7537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1"/>
            <p:cNvSpPr/>
            <p:nvPr/>
          </p:nvSpPr>
          <p:spPr>
            <a:xfrm>
              <a:off x="6097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1"/>
            <p:cNvSpPr/>
            <p:nvPr/>
          </p:nvSpPr>
          <p:spPr>
            <a:xfrm>
              <a:off x="6817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1"/>
            <p:cNvSpPr/>
            <p:nvPr/>
          </p:nvSpPr>
          <p:spPr>
            <a:xfrm>
              <a:off x="8113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1"/>
            <p:cNvSpPr/>
            <p:nvPr/>
          </p:nvSpPr>
          <p:spPr>
            <a:xfrm>
              <a:off x="7393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1"/>
            <p:cNvSpPr/>
            <p:nvPr/>
          </p:nvSpPr>
          <p:spPr>
            <a:xfrm>
              <a:off x="5954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1"/>
            <p:cNvSpPr/>
            <p:nvPr/>
          </p:nvSpPr>
          <p:spPr>
            <a:xfrm>
              <a:off x="6673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5" name="Google Shape;1225;p41"/>
          <p:cNvGrpSpPr/>
          <p:nvPr/>
        </p:nvGrpSpPr>
        <p:grpSpPr>
          <a:xfrm>
            <a:off x="-319052" y="-320208"/>
            <a:ext cx="1604419" cy="1604360"/>
            <a:chOff x="-74975" y="157600"/>
            <a:chExt cx="1604419" cy="1604360"/>
          </a:xfrm>
        </p:grpSpPr>
        <p:sp>
          <p:nvSpPr>
            <p:cNvPr id="1226" name="Google Shape;1226;p41"/>
            <p:cNvSpPr/>
            <p:nvPr/>
          </p:nvSpPr>
          <p:spPr>
            <a:xfrm>
              <a:off x="399627" y="632159"/>
              <a:ext cx="1129817" cy="1129801"/>
            </a:xfrm>
            <a:custGeom>
              <a:avLst/>
              <a:gdLst/>
              <a:ahLst/>
              <a:cxnLst/>
              <a:rect l="l" t="t" r="r" b="b"/>
              <a:pathLst>
                <a:path w="70306" h="70305" extrusionOk="0">
                  <a:moveTo>
                    <a:pt x="0" y="0"/>
                  </a:moveTo>
                  <a:lnTo>
                    <a:pt x="0" y="70305"/>
                  </a:lnTo>
                  <a:lnTo>
                    <a:pt x="7030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1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solidFill>
              <a:srgbClr val="368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1"/>
            <p:cNvSpPr/>
            <p:nvPr/>
          </p:nvSpPr>
          <p:spPr>
            <a:xfrm>
              <a:off x="213025" y="44557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1"/>
            <p:cNvSpPr/>
            <p:nvPr/>
          </p:nvSpPr>
          <p:spPr>
            <a:xfrm>
              <a:off x="155275" y="38782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1"/>
            <p:cNvSpPr/>
            <p:nvPr/>
          </p:nvSpPr>
          <p:spPr>
            <a:xfrm>
              <a:off x="98300" y="330850"/>
              <a:ext cx="757625" cy="757625"/>
            </a:xfrm>
            <a:custGeom>
              <a:avLst/>
              <a:gdLst/>
              <a:ahLst/>
              <a:cxnLst/>
              <a:rect l="l" t="t" r="r" b="b"/>
              <a:pathLst>
                <a:path w="30305" h="30305" fill="none" extrusionOk="0">
                  <a:moveTo>
                    <a:pt x="0" y="30305"/>
                  </a:moveTo>
                  <a:lnTo>
                    <a:pt x="3030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1"/>
            <p:cNvSpPr/>
            <p:nvPr/>
          </p:nvSpPr>
          <p:spPr>
            <a:xfrm>
              <a:off x="40550" y="2731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1"/>
            <p:cNvSpPr/>
            <p:nvPr/>
          </p:nvSpPr>
          <p:spPr>
            <a:xfrm>
              <a:off x="-17200" y="215350"/>
              <a:ext cx="758375" cy="758375"/>
            </a:xfrm>
            <a:custGeom>
              <a:avLst/>
              <a:gdLst/>
              <a:ahLst/>
              <a:cxnLst/>
              <a:rect l="l" t="t" r="r" b="b"/>
              <a:pathLst>
                <a:path w="30335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1"/>
            <p:cNvSpPr/>
            <p:nvPr/>
          </p:nvSpPr>
          <p:spPr>
            <a:xfrm>
              <a:off x="-74975" y="1576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1" y="30335"/>
                  </a:moveTo>
                  <a:lnTo>
                    <a:pt x="30336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1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fill="none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6" name="Google Shape;1236;p42"/>
          <p:cNvGrpSpPr/>
          <p:nvPr/>
        </p:nvGrpSpPr>
        <p:grpSpPr>
          <a:xfrm>
            <a:off x="7271250" y="3754850"/>
            <a:ext cx="3382300" cy="1993950"/>
            <a:chOff x="1317925" y="2802775"/>
            <a:chExt cx="3382300" cy="1993950"/>
          </a:xfrm>
        </p:grpSpPr>
        <p:sp>
          <p:nvSpPr>
            <p:cNvPr id="1237" name="Google Shape;1237;p42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2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2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2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2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2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2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2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2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2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2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2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9" name="Google Shape;1249;p42"/>
          <p:cNvGrpSpPr/>
          <p:nvPr/>
        </p:nvGrpSpPr>
        <p:grpSpPr>
          <a:xfrm flipH="1">
            <a:off x="2244842" y="345725"/>
            <a:ext cx="4489475" cy="193775"/>
            <a:chOff x="1784500" y="1867350"/>
            <a:chExt cx="4489475" cy="193775"/>
          </a:xfrm>
        </p:grpSpPr>
        <p:sp>
          <p:nvSpPr>
            <p:cNvPr id="1250" name="Google Shape;1250;p42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2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2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3" name="Google Shape;1253;p42"/>
          <p:cNvSpPr/>
          <p:nvPr/>
        </p:nvSpPr>
        <p:spPr>
          <a:xfrm>
            <a:off x="4" y="4649350"/>
            <a:ext cx="3447249" cy="494158"/>
          </a:xfrm>
          <a:custGeom>
            <a:avLst/>
            <a:gdLst/>
            <a:ahLst/>
            <a:cxnLst/>
            <a:rect l="l" t="t" r="r" b="b"/>
            <a:pathLst>
              <a:path w="108149" h="15503" extrusionOk="0">
                <a:moveTo>
                  <a:pt x="0" y="0"/>
                </a:moveTo>
                <a:lnTo>
                  <a:pt x="0" y="15502"/>
                </a:lnTo>
                <a:lnTo>
                  <a:pt x="108148" y="15502"/>
                </a:lnTo>
                <a:cubicBezTo>
                  <a:pt x="108148" y="6931"/>
                  <a:pt x="101218" y="0"/>
                  <a:pt x="926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308450"/>
            <a:ext cx="7717500" cy="3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5" r:id="rId3"/>
    <p:sldLayoutId id="2147483658" r:id="rId4"/>
    <p:sldLayoutId id="2147483665" r:id="rId5"/>
    <p:sldLayoutId id="2147483669" r:id="rId6"/>
    <p:sldLayoutId id="2147483670" r:id="rId7"/>
    <p:sldLayoutId id="2147483682" r:id="rId8"/>
    <p:sldLayoutId id="2147483687" r:id="rId9"/>
    <p:sldLayoutId id="214748368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F0000"/>
          </p15:clr>
        </p15:guide>
        <p15:guide id="2" pos="2880">
          <p15:clr>
            <a:srgbClr val="FF0000"/>
          </p15:clr>
        </p15:guide>
        <p15:guide id="3" pos="449">
          <p15:clr>
            <a:srgbClr val="FF0000"/>
          </p15:clr>
        </p15:guide>
        <p15:guide id="4" pos="5311">
          <p15:clr>
            <a:srgbClr val="FF0000"/>
          </p15:clr>
        </p15:guide>
        <p15:guide id="5" orient="horz" pos="340">
          <p15:clr>
            <a:srgbClr val="FF0000"/>
          </p15:clr>
        </p15:guide>
        <p15:guide id="6" orient="horz" pos="2897">
          <p15:clr>
            <a:srgbClr val="FF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46"/>
          <p:cNvSpPr txBox="1">
            <a:spLocks noGrp="1"/>
          </p:cNvSpPr>
          <p:nvPr>
            <p:ph type="ctrTitle"/>
          </p:nvPr>
        </p:nvSpPr>
        <p:spPr>
          <a:xfrm>
            <a:off x="2097041" y="2399937"/>
            <a:ext cx="5957299" cy="21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n" sz="2000" dirty="0"/>
              <a:t>Topic 	                   : </a:t>
            </a:r>
            <a:r>
              <a:rPr lang="en" sz="1600" dirty="0"/>
              <a:t>AYUSH Startup Registration</a:t>
            </a:r>
            <a:endParaRPr lang="en-US" sz="1600" dirty="0">
              <a:solidFill>
                <a:srgbClr val="34579E"/>
              </a:solidFill>
            </a:endParaRPr>
          </a:p>
          <a:p>
            <a:pPr algn="l"/>
            <a:r>
              <a:rPr lang="en" sz="1600" dirty="0"/>
              <a:t>                                            Portal </a:t>
            </a:r>
            <a:br>
              <a:rPr lang="en" sz="2000" dirty="0"/>
            </a:br>
            <a:r>
              <a:rPr lang="en" sz="2000" dirty="0"/>
              <a:t>Domain	     : </a:t>
            </a:r>
            <a:r>
              <a:rPr lang="en" sz="1600" dirty="0"/>
              <a:t>Health</a:t>
            </a:r>
            <a:br>
              <a:rPr lang="en" sz="1600" dirty="0"/>
            </a:br>
            <a:r>
              <a:rPr lang="en" sz="2000" dirty="0"/>
              <a:t>Team ID                 : </a:t>
            </a:r>
            <a:r>
              <a:rPr lang="en" sz="1600" dirty="0"/>
              <a:t>T092</a:t>
            </a:r>
            <a:br>
              <a:rPr lang="en" sz="1600" dirty="0"/>
            </a:br>
            <a:r>
              <a:rPr lang="en" sz="2000" dirty="0"/>
              <a:t>Team name	     :</a:t>
            </a:r>
            <a:r>
              <a:rPr lang="en" sz="1600" dirty="0"/>
              <a:t> Zero Day Squad</a:t>
            </a:r>
            <a:br>
              <a:rPr lang="en" sz="2000" dirty="0"/>
            </a:br>
            <a:r>
              <a:rPr lang="en" sz="2000" dirty="0"/>
              <a:t>Team members  : </a:t>
            </a:r>
            <a:r>
              <a:rPr lang="en" sz="1600" dirty="0"/>
              <a:t>Zobiya Fatima(2303A51879)</a:t>
            </a:r>
            <a:br>
              <a:rPr lang="en" sz="1600" dirty="0"/>
            </a:br>
            <a:r>
              <a:rPr lang="en" sz="1600" dirty="0"/>
              <a:t>		         G. Spriha(2302A51850)</a:t>
            </a:r>
            <a:br>
              <a:rPr lang="en" sz="1600" dirty="0"/>
            </a:br>
            <a:r>
              <a:rPr lang="en" sz="1600" dirty="0"/>
              <a:t>	                           A. Sushmitha(2303A51541)</a:t>
            </a:r>
            <a:br>
              <a:rPr lang="en" sz="1600" dirty="0"/>
            </a:br>
            <a:r>
              <a:rPr lang="en" sz="1600" dirty="0"/>
              <a:t>	                           K. Bhavya Sri(2303A1863)</a:t>
            </a:r>
            <a:br>
              <a:rPr lang="en" sz="1600" dirty="0"/>
            </a:br>
            <a:r>
              <a:rPr lang="en" sz="2000" dirty="0"/>
              <a:t>				</a:t>
            </a:r>
            <a:br>
              <a:rPr lang="en" sz="2000" dirty="0"/>
            </a:br>
            <a:endParaRPr sz="2000">
              <a:solidFill>
                <a:schemeClr val="lt1"/>
              </a:solidFill>
            </a:endParaRPr>
          </a:p>
        </p:txBody>
      </p:sp>
      <p:grpSp>
        <p:nvGrpSpPr>
          <p:cNvPr id="1266" name="Google Shape;1266;p46"/>
          <p:cNvGrpSpPr/>
          <p:nvPr/>
        </p:nvGrpSpPr>
        <p:grpSpPr>
          <a:xfrm rot="2725619">
            <a:off x="-68482" y="-49524"/>
            <a:ext cx="1895833" cy="1895866"/>
            <a:chOff x="3835450" y="-252000"/>
            <a:chExt cx="1445325" cy="1445350"/>
          </a:xfrm>
        </p:grpSpPr>
        <p:sp>
          <p:nvSpPr>
            <p:cNvPr id="1267" name="Google Shape;1267;p46"/>
            <p:cNvSpPr/>
            <p:nvPr/>
          </p:nvSpPr>
          <p:spPr>
            <a:xfrm>
              <a:off x="3835450" y="-252000"/>
              <a:ext cx="1445325" cy="1445350"/>
            </a:xfrm>
            <a:custGeom>
              <a:avLst/>
              <a:gdLst/>
              <a:ahLst/>
              <a:cxnLst/>
              <a:rect l="l" t="t" r="r" b="b"/>
              <a:pathLst>
                <a:path w="57813" h="57814" fill="none" extrusionOk="0">
                  <a:moveTo>
                    <a:pt x="43375" y="14439"/>
                  </a:moveTo>
                  <a:lnTo>
                    <a:pt x="28907" y="1"/>
                  </a:lnTo>
                  <a:lnTo>
                    <a:pt x="14438" y="14439"/>
                  </a:lnTo>
                  <a:lnTo>
                    <a:pt x="0" y="28907"/>
                  </a:lnTo>
                  <a:lnTo>
                    <a:pt x="14438" y="43375"/>
                  </a:lnTo>
                  <a:lnTo>
                    <a:pt x="28907" y="57813"/>
                  </a:lnTo>
                  <a:lnTo>
                    <a:pt x="43375" y="43375"/>
                  </a:lnTo>
                  <a:lnTo>
                    <a:pt x="57813" y="2890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6"/>
            <p:cNvSpPr/>
            <p:nvPr/>
          </p:nvSpPr>
          <p:spPr>
            <a:xfrm>
              <a:off x="3972225" y="-115200"/>
              <a:ext cx="1171775" cy="1171750"/>
            </a:xfrm>
            <a:custGeom>
              <a:avLst/>
              <a:gdLst/>
              <a:ahLst/>
              <a:cxnLst/>
              <a:rect l="l" t="t" r="r" b="b"/>
              <a:pathLst>
                <a:path w="46871" h="46870" fill="none" extrusionOk="0">
                  <a:moveTo>
                    <a:pt x="46871" y="23435"/>
                  </a:moveTo>
                  <a:lnTo>
                    <a:pt x="35138" y="11733"/>
                  </a:lnTo>
                  <a:lnTo>
                    <a:pt x="23436" y="0"/>
                  </a:lnTo>
                  <a:lnTo>
                    <a:pt x="11733" y="11733"/>
                  </a:lnTo>
                  <a:lnTo>
                    <a:pt x="0" y="23435"/>
                  </a:lnTo>
                  <a:lnTo>
                    <a:pt x="11733" y="35137"/>
                  </a:lnTo>
                  <a:lnTo>
                    <a:pt x="23436" y="46870"/>
                  </a:lnTo>
                  <a:lnTo>
                    <a:pt x="35138" y="3513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6"/>
            <p:cNvSpPr/>
            <p:nvPr/>
          </p:nvSpPr>
          <p:spPr>
            <a:xfrm>
              <a:off x="4109775" y="22325"/>
              <a:ext cx="896700" cy="896700"/>
            </a:xfrm>
            <a:custGeom>
              <a:avLst/>
              <a:gdLst/>
              <a:ahLst/>
              <a:cxnLst/>
              <a:rect l="l" t="t" r="r" b="b"/>
              <a:pathLst>
                <a:path w="35868" h="35868" fill="none" extrusionOk="0">
                  <a:moveTo>
                    <a:pt x="35867" y="17934"/>
                  </a:moveTo>
                  <a:lnTo>
                    <a:pt x="26900" y="8967"/>
                  </a:lnTo>
                  <a:lnTo>
                    <a:pt x="17934" y="1"/>
                  </a:lnTo>
                  <a:lnTo>
                    <a:pt x="8967" y="8967"/>
                  </a:lnTo>
                  <a:lnTo>
                    <a:pt x="0" y="17934"/>
                  </a:lnTo>
                  <a:lnTo>
                    <a:pt x="8967" y="26901"/>
                  </a:lnTo>
                  <a:lnTo>
                    <a:pt x="17934" y="35867"/>
                  </a:lnTo>
                  <a:lnTo>
                    <a:pt x="26900" y="2690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6"/>
            <p:cNvSpPr/>
            <p:nvPr/>
          </p:nvSpPr>
          <p:spPr>
            <a:xfrm>
              <a:off x="4247300" y="159875"/>
              <a:ext cx="621625" cy="621600"/>
            </a:xfrm>
            <a:custGeom>
              <a:avLst/>
              <a:gdLst/>
              <a:ahLst/>
              <a:cxnLst/>
              <a:rect l="l" t="t" r="r" b="b"/>
              <a:pathLst>
                <a:path w="24865" h="24864" fill="none" extrusionOk="0">
                  <a:moveTo>
                    <a:pt x="24864" y="12432"/>
                  </a:moveTo>
                  <a:lnTo>
                    <a:pt x="18664" y="6201"/>
                  </a:lnTo>
                  <a:lnTo>
                    <a:pt x="12433" y="0"/>
                  </a:lnTo>
                  <a:lnTo>
                    <a:pt x="6201" y="6201"/>
                  </a:lnTo>
                  <a:lnTo>
                    <a:pt x="1" y="12432"/>
                  </a:lnTo>
                  <a:lnTo>
                    <a:pt x="6201" y="18663"/>
                  </a:lnTo>
                  <a:lnTo>
                    <a:pt x="12433" y="24864"/>
                  </a:lnTo>
                  <a:lnTo>
                    <a:pt x="18664" y="18663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6"/>
            <p:cNvSpPr/>
            <p:nvPr/>
          </p:nvSpPr>
          <p:spPr>
            <a:xfrm>
              <a:off x="4384075" y="296650"/>
              <a:ext cx="348075" cy="348050"/>
            </a:xfrm>
            <a:custGeom>
              <a:avLst/>
              <a:gdLst/>
              <a:ahLst/>
              <a:cxnLst/>
              <a:rect l="l" t="t" r="r" b="b"/>
              <a:pathLst>
                <a:path w="13923" h="13922" fill="none" extrusionOk="0">
                  <a:moveTo>
                    <a:pt x="10427" y="3496"/>
                  </a:moveTo>
                  <a:lnTo>
                    <a:pt x="6962" y="0"/>
                  </a:lnTo>
                  <a:lnTo>
                    <a:pt x="3496" y="3496"/>
                  </a:lnTo>
                  <a:lnTo>
                    <a:pt x="1" y="6961"/>
                  </a:lnTo>
                  <a:lnTo>
                    <a:pt x="3496" y="10426"/>
                  </a:lnTo>
                  <a:lnTo>
                    <a:pt x="6962" y="13922"/>
                  </a:lnTo>
                  <a:lnTo>
                    <a:pt x="10427" y="10426"/>
                  </a:lnTo>
                  <a:lnTo>
                    <a:pt x="13922" y="696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2" name="Google Shape;1272;p46"/>
          <p:cNvGrpSpPr/>
          <p:nvPr/>
        </p:nvGrpSpPr>
        <p:grpSpPr>
          <a:xfrm>
            <a:off x="7626957" y="-966877"/>
            <a:ext cx="2471175" cy="2747975"/>
            <a:chOff x="7398357" y="-662077"/>
            <a:chExt cx="2471175" cy="2747975"/>
          </a:xfrm>
        </p:grpSpPr>
        <p:sp>
          <p:nvSpPr>
            <p:cNvPr id="1273" name="Google Shape;1273;p46"/>
            <p:cNvSpPr/>
            <p:nvPr/>
          </p:nvSpPr>
          <p:spPr>
            <a:xfrm rot="-5400000">
              <a:off x="7370982" y="-634702"/>
              <a:ext cx="2525925" cy="2471175"/>
            </a:xfrm>
            <a:custGeom>
              <a:avLst/>
              <a:gdLst/>
              <a:ahLst/>
              <a:cxnLst/>
              <a:rect l="l" t="t" r="r" b="b"/>
              <a:pathLst>
                <a:path w="101037" h="98847" extrusionOk="0">
                  <a:moveTo>
                    <a:pt x="12296" y="1"/>
                  </a:moveTo>
                  <a:cubicBezTo>
                    <a:pt x="9431" y="1"/>
                    <a:pt x="6566" y="1095"/>
                    <a:pt x="4378" y="3283"/>
                  </a:cubicBezTo>
                  <a:cubicBezTo>
                    <a:pt x="1" y="7660"/>
                    <a:pt x="1" y="14773"/>
                    <a:pt x="4378" y="19150"/>
                  </a:cubicBezTo>
                  <a:lnTo>
                    <a:pt x="80823" y="95564"/>
                  </a:lnTo>
                  <a:cubicBezTo>
                    <a:pt x="83011" y="97753"/>
                    <a:pt x="85876" y="98847"/>
                    <a:pt x="88741" y="98847"/>
                  </a:cubicBezTo>
                  <a:cubicBezTo>
                    <a:pt x="91606" y="98847"/>
                    <a:pt x="94471" y="97753"/>
                    <a:pt x="96659" y="95564"/>
                  </a:cubicBezTo>
                  <a:cubicBezTo>
                    <a:pt x="101036" y="91187"/>
                    <a:pt x="101036" y="84105"/>
                    <a:pt x="96659" y="79728"/>
                  </a:cubicBezTo>
                  <a:lnTo>
                    <a:pt x="20214" y="3283"/>
                  </a:lnTo>
                  <a:cubicBezTo>
                    <a:pt x="18025" y="1095"/>
                    <a:pt x="15161" y="1"/>
                    <a:pt x="1229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6"/>
            <p:cNvSpPr/>
            <p:nvPr/>
          </p:nvSpPr>
          <p:spPr>
            <a:xfrm rot="-5400000">
              <a:off x="7569882" y="-202877"/>
              <a:ext cx="1193050" cy="1192300"/>
            </a:xfrm>
            <a:custGeom>
              <a:avLst/>
              <a:gdLst/>
              <a:ahLst/>
              <a:cxnLst/>
              <a:rect l="l" t="t" r="r" b="b"/>
              <a:pathLst>
                <a:path w="47722" h="47692" fill="none" extrusionOk="0">
                  <a:moveTo>
                    <a:pt x="44591" y="44591"/>
                  </a:moveTo>
                  <a:lnTo>
                    <a:pt x="44591" y="44591"/>
                  </a:lnTo>
                  <a:cubicBezTo>
                    <a:pt x="47722" y="41491"/>
                    <a:pt x="47722" y="36445"/>
                    <a:pt x="44591" y="33345"/>
                  </a:cubicBezTo>
                  <a:lnTo>
                    <a:pt x="14348" y="3101"/>
                  </a:lnTo>
                  <a:cubicBezTo>
                    <a:pt x="11247" y="1"/>
                    <a:pt x="6201" y="1"/>
                    <a:pt x="3101" y="3101"/>
                  </a:cubicBezTo>
                  <a:lnTo>
                    <a:pt x="3101" y="3101"/>
                  </a:lnTo>
                  <a:cubicBezTo>
                    <a:pt x="1" y="6201"/>
                    <a:pt x="1" y="11217"/>
                    <a:pt x="3101" y="14347"/>
                  </a:cubicBezTo>
                  <a:lnTo>
                    <a:pt x="33375" y="44591"/>
                  </a:lnTo>
                  <a:cubicBezTo>
                    <a:pt x="36476" y="47691"/>
                    <a:pt x="41491" y="47691"/>
                    <a:pt x="44591" y="4459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6"/>
            <p:cNvSpPr/>
            <p:nvPr/>
          </p:nvSpPr>
          <p:spPr>
            <a:xfrm rot="-5400000">
              <a:off x="7937707" y="408023"/>
              <a:ext cx="1677875" cy="1677875"/>
            </a:xfrm>
            <a:custGeom>
              <a:avLst/>
              <a:gdLst/>
              <a:ahLst/>
              <a:cxnLst/>
              <a:rect l="l" t="t" r="r" b="b"/>
              <a:pathLst>
                <a:path w="67115" h="67115" fill="none" extrusionOk="0">
                  <a:moveTo>
                    <a:pt x="64318" y="64287"/>
                  </a:moveTo>
                  <a:lnTo>
                    <a:pt x="64318" y="64287"/>
                  </a:lnTo>
                  <a:cubicBezTo>
                    <a:pt x="67114" y="61491"/>
                    <a:pt x="67114" y="56962"/>
                    <a:pt x="64318" y="54166"/>
                  </a:cubicBezTo>
                  <a:lnTo>
                    <a:pt x="12949" y="2797"/>
                  </a:lnTo>
                  <a:cubicBezTo>
                    <a:pt x="10153" y="1"/>
                    <a:pt x="5624" y="1"/>
                    <a:pt x="2797" y="2797"/>
                  </a:cubicBezTo>
                  <a:lnTo>
                    <a:pt x="2797" y="2797"/>
                  </a:lnTo>
                  <a:cubicBezTo>
                    <a:pt x="1" y="5593"/>
                    <a:pt x="1" y="10122"/>
                    <a:pt x="2797" y="12919"/>
                  </a:cubicBezTo>
                  <a:lnTo>
                    <a:pt x="54166" y="64287"/>
                  </a:lnTo>
                  <a:cubicBezTo>
                    <a:pt x="56993" y="67114"/>
                    <a:pt x="61522" y="67114"/>
                    <a:pt x="64318" y="64287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6"/>
            <p:cNvSpPr/>
            <p:nvPr/>
          </p:nvSpPr>
          <p:spPr>
            <a:xfrm rot="-5400000">
              <a:off x="8047894" y="289485"/>
              <a:ext cx="1309325" cy="1274350"/>
            </a:xfrm>
            <a:custGeom>
              <a:avLst/>
              <a:gdLst/>
              <a:ahLst/>
              <a:cxnLst/>
              <a:rect l="l" t="t" r="r" b="b"/>
              <a:pathLst>
                <a:path w="52373" h="50974" extrusionOk="0">
                  <a:moveTo>
                    <a:pt x="7884" y="0"/>
                  </a:moveTo>
                  <a:cubicBezTo>
                    <a:pt x="6049" y="0"/>
                    <a:pt x="4210" y="699"/>
                    <a:pt x="2797" y="2097"/>
                  </a:cubicBezTo>
                  <a:cubicBezTo>
                    <a:pt x="0" y="4894"/>
                    <a:pt x="0" y="9453"/>
                    <a:pt x="2797" y="12250"/>
                  </a:cubicBezTo>
                  <a:lnTo>
                    <a:pt x="39424" y="48876"/>
                  </a:lnTo>
                  <a:cubicBezTo>
                    <a:pt x="40822" y="50274"/>
                    <a:pt x="42661" y="50973"/>
                    <a:pt x="44500" y="50973"/>
                  </a:cubicBezTo>
                  <a:cubicBezTo>
                    <a:pt x="46339" y="50973"/>
                    <a:pt x="48178" y="50274"/>
                    <a:pt x="49576" y="48876"/>
                  </a:cubicBezTo>
                  <a:cubicBezTo>
                    <a:pt x="52372" y="46049"/>
                    <a:pt x="52372" y="41520"/>
                    <a:pt x="49576" y="38724"/>
                  </a:cubicBezTo>
                  <a:lnTo>
                    <a:pt x="12949" y="2097"/>
                  </a:lnTo>
                  <a:cubicBezTo>
                    <a:pt x="11551" y="699"/>
                    <a:pt x="9719" y="0"/>
                    <a:pt x="78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6"/>
            <p:cNvSpPr/>
            <p:nvPr/>
          </p:nvSpPr>
          <p:spPr>
            <a:xfrm rot="-5400000">
              <a:off x="7513119" y="-490540"/>
              <a:ext cx="1827575" cy="1809500"/>
            </a:xfrm>
            <a:custGeom>
              <a:avLst/>
              <a:gdLst/>
              <a:ahLst/>
              <a:cxnLst/>
              <a:rect l="l" t="t" r="r" b="b"/>
              <a:pathLst>
                <a:path w="73103" h="72380" extrusionOk="0">
                  <a:moveTo>
                    <a:pt x="4089" y="0"/>
                  </a:moveTo>
                  <a:cubicBezTo>
                    <a:pt x="3139" y="0"/>
                    <a:pt x="2189" y="358"/>
                    <a:pt x="1460" y="1072"/>
                  </a:cubicBezTo>
                  <a:cubicBezTo>
                    <a:pt x="1" y="2531"/>
                    <a:pt x="1" y="4871"/>
                    <a:pt x="1460" y="6330"/>
                  </a:cubicBezTo>
                  <a:lnTo>
                    <a:pt x="66415" y="71286"/>
                  </a:lnTo>
                  <a:cubicBezTo>
                    <a:pt x="67130" y="72015"/>
                    <a:pt x="68080" y="72380"/>
                    <a:pt x="69033" y="72380"/>
                  </a:cubicBezTo>
                  <a:cubicBezTo>
                    <a:pt x="69987" y="72380"/>
                    <a:pt x="70944" y="72015"/>
                    <a:pt x="71674" y="71286"/>
                  </a:cubicBezTo>
                  <a:cubicBezTo>
                    <a:pt x="73103" y="69827"/>
                    <a:pt x="73103" y="67486"/>
                    <a:pt x="71674" y="66027"/>
                  </a:cubicBezTo>
                  <a:lnTo>
                    <a:pt x="6718" y="1072"/>
                  </a:lnTo>
                  <a:cubicBezTo>
                    <a:pt x="5989" y="358"/>
                    <a:pt x="5039" y="0"/>
                    <a:pt x="4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8" name="Google Shape;1278;p46"/>
          <p:cNvGrpSpPr/>
          <p:nvPr/>
        </p:nvGrpSpPr>
        <p:grpSpPr>
          <a:xfrm>
            <a:off x="-1296580" y="2543205"/>
            <a:ext cx="2791286" cy="2599651"/>
            <a:chOff x="-1466486" y="2736279"/>
            <a:chExt cx="2791286" cy="2599651"/>
          </a:xfrm>
        </p:grpSpPr>
        <p:sp>
          <p:nvSpPr>
            <p:cNvPr id="1279" name="Google Shape;1279;p46"/>
            <p:cNvSpPr/>
            <p:nvPr/>
          </p:nvSpPr>
          <p:spPr>
            <a:xfrm>
              <a:off x="-1466486" y="2736279"/>
              <a:ext cx="2599651" cy="2599651"/>
            </a:xfrm>
            <a:custGeom>
              <a:avLst/>
              <a:gdLst/>
              <a:ahLst/>
              <a:cxnLst/>
              <a:rect l="l" t="t" r="r" b="b"/>
              <a:pathLst>
                <a:path w="62282" h="62282" extrusionOk="0">
                  <a:moveTo>
                    <a:pt x="31126" y="5259"/>
                  </a:moveTo>
                  <a:cubicBezTo>
                    <a:pt x="45412" y="5259"/>
                    <a:pt x="57023" y="16840"/>
                    <a:pt x="57023" y="31126"/>
                  </a:cubicBezTo>
                  <a:cubicBezTo>
                    <a:pt x="57023" y="45442"/>
                    <a:pt x="45412" y="57023"/>
                    <a:pt x="31126" y="57023"/>
                  </a:cubicBezTo>
                  <a:cubicBezTo>
                    <a:pt x="16840" y="57023"/>
                    <a:pt x="5259" y="45442"/>
                    <a:pt x="5259" y="31126"/>
                  </a:cubicBezTo>
                  <a:cubicBezTo>
                    <a:pt x="5259" y="16840"/>
                    <a:pt x="16840" y="5259"/>
                    <a:pt x="31126" y="5259"/>
                  </a:cubicBezTo>
                  <a:close/>
                  <a:moveTo>
                    <a:pt x="31126" y="1"/>
                  </a:moveTo>
                  <a:cubicBezTo>
                    <a:pt x="13922" y="1"/>
                    <a:pt x="1" y="13952"/>
                    <a:pt x="1" y="31126"/>
                  </a:cubicBezTo>
                  <a:cubicBezTo>
                    <a:pt x="1" y="48330"/>
                    <a:pt x="13922" y="62281"/>
                    <a:pt x="31126" y="62281"/>
                  </a:cubicBezTo>
                  <a:cubicBezTo>
                    <a:pt x="48330" y="62281"/>
                    <a:pt x="62281" y="48330"/>
                    <a:pt x="62281" y="31126"/>
                  </a:cubicBezTo>
                  <a:cubicBezTo>
                    <a:pt x="62281" y="13952"/>
                    <a:pt x="48330" y="1"/>
                    <a:pt x="31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80" name="Google Shape;1280;p46"/>
            <p:cNvGrpSpPr/>
            <p:nvPr/>
          </p:nvGrpSpPr>
          <p:grpSpPr>
            <a:xfrm>
              <a:off x="713226" y="3730956"/>
              <a:ext cx="611574" cy="610281"/>
              <a:chOff x="4496550" y="2819475"/>
              <a:chExt cx="366300" cy="365525"/>
            </a:xfrm>
          </p:grpSpPr>
          <p:sp>
            <p:nvSpPr>
              <p:cNvPr id="1281" name="Google Shape;1281;p46"/>
              <p:cNvSpPr/>
              <p:nvPr/>
            </p:nvSpPr>
            <p:spPr>
              <a:xfrm>
                <a:off x="4596100" y="2919025"/>
                <a:ext cx="167200" cy="166450"/>
              </a:xfrm>
              <a:custGeom>
                <a:avLst/>
                <a:gdLst/>
                <a:ahLst/>
                <a:cxnLst/>
                <a:rect l="l" t="t" r="r" b="b"/>
                <a:pathLst>
                  <a:path w="6688" h="6658" extrusionOk="0">
                    <a:moveTo>
                      <a:pt x="3344" y="1"/>
                    </a:moveTo>
                    <a:cubicBezTo>
                      <a:pt x="1520" y="1"/>
                      <a:pt x="0" y="1490"/>
                      <a:pt x="0" y="3314"/>
                    </a:cubicBezTo>
                    <a:cubicBezTo>
                      <a:pt x="0" y="5168"/>
                      <a:pt x="1520" y="6657"/>
                      <a:pt x="3344" y="6657"/>
                    </a:cubicBezTo>
                    <a:cubicBezTo>
                      <a:pt x="5198" y="6657"/>
                      <a:pt x="6687" y="5168"/>
                      <a:pt x="6687" y="3314"/>
                    </a:cubicBezTo>
                    <a:cubicBezTo>
                      <a:pt x="6687" y="1490"/>
                      <a:pt x="5198" y="1"/>
                      <a:pt x="3344" y="1"/>
                    </a:cubicBezTo>
                    <a:close/>
                  </a:path>
                </a:pathLst>
              </a:custGeom>
              <a:solidFill>
                <a:srgbClr val="2332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46"/>
              <p:cNvSpPr/>
              <p:nvPr/>
            </p:nvSpPr>
            <p:spPr>
              <a:xfrm>
                <a:off x="4496550" y="2819475"/>
                <a:ext cx="366300" cy="365525"/>
              </a:xfrm>
              <a:custGeom>
                <a:avLst/>
                <a:gdLst/>
                <a:ahLst/>
                <a:cxnLst/>
                <a:rect l="l" t="t" r="r" b="b"/>
                <a:pathLst>
                  <a:path w="14652" h="14621" fill="none" extrusionOk="0">
                    <a:moveTo>
                      <a:pt x="14651" y="7296"/>
                    </a:moveTo>
                    <a:cubicBezTo>
                      <a:pt x="14651" y="11338"/>
                      <a:pt x="11369" y="14621"/>
                      <a:pt x="7326" y="14621"/>
                    </a:cubicBezTo>
                    <a:cubicBezTo>
                      <a:pt x="3283" y="14621"/>
                      <a:pt x="1" y="11338"/>
                      <a:pt x="1" y="7296"/>
                    </a:cubicBezTo>
                    <a:cubicBezTo>
                      <a:pt x="1" y="3283"/>
                      <a:pt x="3283" y="1"/>
                      <a:pt x="7326" y="1"/>
                    </a:cubicBezTo>
                    <a:cubicBezTo>
                      <a:pt x="11369" y="1"/>
                      <a:pt x="14651" y="3283"/>
                      <a:pt x="14651" y="7296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rgbClr val="23325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E83D50D-1027-53DE-7327-D765EB951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6" y="485776"/>
            <a:ext cx="822959" cy="822959"/>
          </a:xfrm>
          <a:prstGeom prst="rect">
            <a:avLst/>
          </a:prstGeom>
        </p:spPr>
      </p:pic>
      <p:pic>
        <p:nvPicPr>
          <p:cNvPr id="1028" name="Picture 4" descr="SRU International: Global Collaborations &amp; Study Abroad Programs">
            <a:extLst>
              <a:ext uri="{FF2B5EF4-FFF2-40B4-BE49-F238E27FC236}">
                <a16:creationId xmlns:a16="http://schemas.microsoft.com/office/drawing/2014/main" id="{5199BA3A-83F9-EB34-9128-28C603B9E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6578" y="828497"/>
            <a:ext cx="1234417" cy="763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51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</a:t>
            </a:r>
            <a:endParaRPr/>
          </a:p>
        </p:txBody>
      </p:sp>
      <p:sp>
        <p:nvSpPr>
          <p:cNvPr id="1352" name="Google Shape;1352;p51"/>
          <p:cNvSpPr txBox="1">
            <a:spLocks noGrp="1"/>
          </p:cNvSpPr>
          <p:nvPr>
            <p:ph type="subTitle" idx="1"/>
          </p:nvPr>
        </p:nvSpPr>
        <p:spPr>
          <a:xfrm>
            <a:off x="1259096" y="1619375"/>
            <a:ext cx="5953540" cy="19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826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Poppins Medium"/>
                <a:cs typeface="Poppins Medium"/>
              </a:rPr>
              <a:t>This System can Enable Startups to Register Efficiently.</a:t>
            </a:r>
          </a:p>
          <a:p>
            <a:pPr marL="482600" indent="-342900">
              <a:lnSpc>
                <a:spcPct val="150000"/>
              </a:lnSpc>
              <a:buAutoNum type="arabicPeriod"/>
            </a:pPr>
            <a:r>
              <a:rPr lang="en-US" sz="1200" dirty="0">
                <a:latin typeface="Poppins Medium"/>
                <a:cs typeface="Poppins Medium"/>
              </a:rPr>
              <a:t>This System will take Documents digitally, decreasing the regular workload.</a:t>
            </a:r>
          </a:p>
          <a:p>
            <a:pPr marL="4826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Poppins Medium"/>
                <a:cs typeface="Poppins Medium"/>
              </a:rPr>
              <a:t>It can facilitate Government Officials in Review and Approval.</a:t>
            </a:r>
            <a:endParaRPr lang="en-US" sz="12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4826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Poppins Medium"/>
                <a:cs typeface="Poppins Medium"/>
              </a:rPr>
              <a:t>It will Enhance Security and Compliance</a:t>
            </a:r>
            <a:endParaRPr lang="en-US" sz="12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4826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Poppins Medium"/>
                <a:cs typeface="Poppins Medium"/>
              </a:rPr>
              <a:t>Also Improves Communication and Transparency.</a:t>
            </a:r>
            <a:endParaRPr lang="en-US" sz="12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482600" indent="-342900">
              <a:lnSpc>
                <a:spcPct val="150000"/>
              </a:lnSpc>
              <a:buAutoNum type="arabicPeriod"/>
            </a:pPr>
            <a:r>
              <a:rPr lang="en-US" sz="1200" dirty="0">
                <a:latin typeface="Poppins Medium"/>
                <a:cs typeface="Poppins Medium"/>
              </a:rPr>
              <a:t>Ensures scalability and Integration.</a:t>
            </a:r>
            <a:endParaRPr lang="en-US" sz="1200"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endParaRPr sz="160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EC474-6A84-2CB6-D145-87827C653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487" y="1618800"/>
            <a:ext cx="2278721" cy="22431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53"/>
          <p:cNvSpPr txBox="1">
            <a:spLocks noGrp="1"/>
          </p:cNvSpPr>
          <p:nvPr>
            <p:ph type="title"/>
          </p:nvPr>
        </p:nvSpPr>
        <p:spPr>
          <a:xfrm>
            <a:off x="872100" y="179667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BBDC0-22B1-13CD-C459-D1D3D9A420F1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871437" y="639233"/>
            <a:ext cx="7405575" cy="1065017"/>
          </a:xfrm>
        </p:spPr>
        <p:txBody>
          <a:bodyPr/>
          <a:lstStyle/>
          <a:p>
            <a:pPr marL="139700" indent="0" algn="l">
              <a:lnSpc>
                <a:spcPct val="150000"/>
              </a:lnSpc>
            </a:pPr>
            <a:r>
              <a:rPr lang="en-US" sz="1200" dirty="0">
                <a:latin typeface="Arial"/>
              </a:rPr>
              <a:t>The AYUSH startup registration process is slow, inefficient, and lacks transparency, leading to delays and document mismanagement. Startups struggle with manual processes, security risks, and poor communication. A digital portal is needed to streamline registrations, enhance security, and provide real-time updates. </a:t>
            </a:r>
            <a:endParaRPr lang="en-US"/>
          </a:p>
          <a:p>
            <a:pPr marL="482600" indent="-342900" algn="l">
              <a:lnSpc>
                <a:spcPct val="150000"/>
              </a:lnSpc>
              <a:buFont typeface="+mj-lt"/>
              <a:buAutoNum type="arabicPeriod"/>
            </a:pPr>
            <a:endParaRPr lang="en-US" sz="10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DB28C3-BE36-DE20-BFDA-136C6F421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437939"/>
              </p:ext>
            </p:extLst>
          </p:nvPr>
        </p:nvGraphicFramePr>
        <p:xfrm>
          <a:off x="1608667" y="1820333"/>
          <a:ext cx="5477769" cy="2950908"/>
        </p:xfrm>
        <a:graphic>
          <a:graphicData uri="http://schemas.openxmlformats.org/drawingml/2006/table">
            <a:tbl>
              <a:tblPr firstRow="1" bandRow="1">
                <a:tableStyleId>{29708D21-40B8-4E8D-B405-9B02CA020B05}</a:tableStyleId>
              </a:tblPr>
              <a:tblGrid>
                <a:gridCol w="1825923">
                  <a:extLst>
                    <a:ext uri="{9D8B030D-6E8A-4147-A177-3AD203B41FA5}">
                      <a16:colId xmlns:a16="http://schemas.microsoft.com/office/drawing/2014/main" val="1110563689"/>
                    </a:ext>
                  </a:extLst>
                </a:gridCol>
                <a:gridCol w="1825923">
                  <a:extLst>
                    <a:ext uri="{9D8B030D-6E8A-4147-A177-3AD203B41FA5}">
                      <a16:colId xmlns:a16="http://schemas.microsoft.com/office/drawing/2014/main" val="589380183"/>
                    </a:ext>
                  </a:extLst>
                </a:gridCol>
                <a:gridCol w="1825923">
                  <a:extLst>
                    <a:ext uri="{9D8B030D-6E8A-4147-A177-3AD203B41FA5}">
                      <a16:colId xmlns:a16="http://schemas.microsoft.com/office/drawing/2014/main" val="2105786978"/>
                    </a:ext>
                  </a:extLst>
                </a:gridCol>
              </a:tblGrid>
              <a:tr h="26924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Challenges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Key Pain Points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Solutions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8083088"/>
                  </a:ext>
                </a:extLst>
              </a:tr>
              <a:tr h="649350">
                <a:tc>
                  <a:txBody>
                    <a:bodyPr/>
                    <a:lstStyle/>
                    <a:p>
                      <a:pPr marL="171450" indent="-171450" algn="l">
                        <a:buFont typeface="Wingdings"/>
                        <a:buChar char="Ø"/>
                      </a:pPr>
                      <a:r>
                        <a:rPr lang="en-US" sz="1200" dirty="0"/>
                        <a:t>Lengthy 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/>
                        <a:buChar char="Ø"/>
                      </a:pPr>
                      <a:r>
                        <a:rPr lang="en-US" sz="1200" dirty="0"/>
                        <a:t>Time-Consuming 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/>
                        <a:buChar char="Ø"/>
                      </a:pPr>
                      <a:r>
                        <a:rPr lang="en-US" sz="1200" dirty="0"/>
                        <a:t>Digital application Submission &amp; automation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029484"/>
                  </a:ext>
                </a:extLst>
              </a:tr>
              <a:tr h="459296">
                <a:tc>
                  <a:txBody>
                    <a:bodyPr/>
                    <a:lstStyle/>
                    <a:p>
                      <a:pPr marL="171450" indent="-171450" algn="l">
                        <a:buFont typeface="Wingdings"/>
                        <a:buChar char="Ø"/>
                      </a:pPr>
                      <a:r>
                        <a:rPr lang="en-US" sz="1200" dirty="0"/>
                        <a:t>Lack of Transparency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/>
                        <a:buChar char="Ø"/>
                      </a:pPr>
                      <a:r>
                        <a:rPr lang="en-US" sz="1200" dirty="0"/>
                        <a:t>Uncertainty of Progress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/>
                        <a:buChar char="Ø"/>
                      </a:pPr>
                      <a:r>
                        <a:rPr lang="en-US" sz="1200" dirty="0"/>
                        <a:t>Real-time status tracking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7424894"/>
                  </a:ext>
                </a:extLst>
              </a:tr>
              <a:tr h="459296">
                <a:tc>
                  <a:txBody>
                    <a:bodyPr/>
                    <a:lstStyle/>
                    <a:p>
                      <a:pPr marL="171450" indent="-171450" algn="l">
                        <a:buFont typeface="Wingdings"/>
                        <a:buChar char="Ø"/>
                      </a:pPr>
                      <a:r>
                        <a:rPr lang="en-US" sz="1200" dirty="0"/>
                        <a:t>Manual Document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/>
                        <a:buChar char="Ø"/>
                      </a:pPr>
                      <a:r>
                        <a:rPr lang="en-US" sz="1200" dirty="0"/>
                        <a:t>Lost or misplaced Documents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/>
                        <a:buChar char="Ø"/>
                      </a:pPr>
                      <a:r>
                        <a:rPr lang="en-US" sz="1200" dirty="0"/>
                        <a:t>Secure digital documents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638764"/>
                  </a:ext>
                </a:extLst>
              </a:tr>
              <a:tr h="649350">
                <a:tc>
                  <a:txBody>
                    <a:bodyPr/>
                    <a:lstStyle/>
                    <a:p>
                      <a:pPr marL="171450" indent="-171450" algn="l">
                        <a:buFont typeface="Wingdings"/>
                        <a:buChar char="Ø"/>
                      </a:pPr>
                      <a:r>
                        <a:rPr lang="en-US" sz="1200" dirty="0"/>
                        <a:t>Security Risks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/>
                        <a:buChar char="Ø"/>
                      </a:pPr>
                      <a:r>
                        <a:rPr lang="en-US" sz="1200" dirty="0"/>
                        <a:t>Higer Risk of data breaches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/>
                        <a:buChar char="Ø"/>
                      </a:pPr>
                      <a:r>
                        <a:rPr lang="en-US" sz="1200" dirty="0"/>
                        <a:t>Multi-factor authentication &amp; Encryption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0702549"/>
                  </a:ext>
                </a:extLst>
              </a:tr>
              <a:tr h="459296">
                <a:tc>
                  <a:txBody>
                    <a:bodyPr/>
                    <a:lstStyle/>
                    <a:p>
                      <a:pPr marL="171450" indent="-171450" algn="l">
                        <a:buFont typeface="Wingdings"/>
                        <a:buChar char="Ø"/>
                      </a:pPr>
                      <a:r>
                        <a:rPr lang="en-US" sz="1200" dirty="0"/>
                        <a:t>Poor Communication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/>
                        <a:buChar char="Ø"/>
                      </a:pPr>
                      <a:r>
                        <a:rPr lang="en-US" sz="1200" dirty="0"/>
                        <a:t>Missed 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/>
                        <a:buChar char="Ø"/>
                      </a:pPr>
                      <a:r>
                        <a:rPr lang="en-US" sz="1200" dirty="0"/>
                        <a:t>Email, SMS and push notifications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3422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54"/>
          <p:cNvSpPr txBox="1">
            <a:spLocks noGrp="1"/>
          </p:cNvSpPr>
          <p:nvPr>
            <p:ph type="title"/>
          </p:nvPr>
        </p:nvSpPr>
        <p:spPr>
          <a:xfrm>
            <a:off x="872100" y="315534"/>
            <a:ext cx="7844910" cy="460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600"/>
              <a:t>Current AYUSH Registration System Overview</a:t>
            </a:r>
            <a:endParaRPr lang="en-US" sz="16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E921C2-7BC0-E8A0-2475-061980898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921537"/>
              </p:ext>
            </p:extLst>
          </p:nvPr>
        </p:nvGraphicFramePr>
        <p:xfrm>
          <a:off x="752772" y="780603"/>
          <a:ext cx="8092620" cy="3729157"/>
        </p:xfrm>
        <a:graphic>
          <a:graphicData uri="http://schemas.openxmlformats.org/drawingml/2006/table">
            <a:tbl>
              <a:tblPr firstRow="1" bandRow="1">
                <a:tableStyleId>{29708D21-40B8-4E8D-B405-9B02CA020B05}</a:tableStyleId>
              </a:tblPr>
              <a:tblGrid>
                <a:gridCol w="2660788">
                  <a:extLst>
                    <a:ext uri="{9D8B030D-6E8A-4147-A177-3AD203B41FA5}">
                      <a16:colId xmlns:a16="http://schemas.microsoft.com/office/drawing/2014/main" val="2999062157"/>
                    </a:ext>
                  </a:extLst>
                </a:gridCol>
                <a:gridCol w="5431832">
                  <a:extLst>
                    <a:ext uri="{9D8B030D-6E8A-4147-A177-3AD203B41FA5}">
                      <a16:colId xmlns:a16="http://schemas.microsoft.com/office/drawing/2014/main" val="3788471209"/>
                    </a:ext>
                  </a:extLst>
                </a:gridCol>
              </a:tblGrid>
              <a:tr h="38959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 dirty="0">
                          <a:latin typeface="Arial"/>
                        </a:rPr>
                        <a:t>User Authentication</a:t>
                      </a:r>
                      <a:r>
                        <a:rPr lang="en-US" sz="1400" b="0" i="0" u="none" strike="noStrike" noProof="0" dirty="0">
                          <a:latin typeface="Arial"/>
                        </a:rPr>
                        <a:t>: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latin typeface="Arial"/>
                        </a:rPr>
                        <a:t>Basic login with limited security and role differentiation.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135898"/>
                  </a:ext>
                </a:extLst>
              </a:tr>
              <a:tr h="49948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 dirty="0">
                          <a:latin typeface="Arial"/>
                        </a:rPr>
                        <a:t>Application Submission &amp; Document upload:</a:t>
                      </a:r>
                      <a:endParaRPr lang="en-US" sz="1200" b="0" i="0" u="none" strike="noStrike" noProof="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latin typeface="Arial"/>
                        </a:rPr>
                        <a:t>Manual forms without auto-save or edit options and document submission process with no version control, validation for AYUSH compliance.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306810"/>
                  </a:ext>
                </a:extLst>
              </a:tr>
              <a:tr h="4695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Status Tracking</a:t>
                      </a: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: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 No real-time tracking of application status. Users and officials have no visibility into the current progress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846653"/>
                  </a:ext>
                </a:extLst>
              </a:tr>
              <a:tr h="52945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Data Management &amp; Security:</a:t>
                      </a:r>
                      <a:endParaRPr lang="en-US" sz="1200" b="0" i="0" u="none" strike="noStrike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The portal is not user-friendly, especially for non-tech-savvy users, making navigation and submission difficult.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26425"/>
                  </a:ext>
                </a:extLst>
              </a:tr>
              <a:tr h="4695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200" b="1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User Experience (UX)</a:t>
                      </a: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The portal is not user-friendly, especially for non-tech-savvy users, making navigation and submission difficult.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008400"/>
                  </a:ext>
                </a:extLst>
              </a:tr>
              <a:tr h="134860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Limitations &amp; Inefficiencies: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1" i="0" u="none" strike="noStrike" noProof="0" dirty="0">
                          <a:solidFill>
                            <a:srgbClr val="000000"/>
                          </a:solidFill>
                        </a:rPr>
                        <a:t>Streamlined Registration Process</a:t>
                      </a: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</a:rPr>
                        <a:t>: Automate forms to reduce errors and speed up processing.</a:t>
                      </a:r>
                      <a:endParaRPr lang="en-US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1" i="0" u="none" strike="noStrike" noProof="0" dirty="0">
                          <a:solidFill>
                            <a:srgbClr val="000000"/>
                          </a:solidFill>
                        </a:rPr>
                        <a:t>Enhanced Data Security</a:t>
                      </a: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</a:rPr>
                        <a:t>: Strengthen security to protect sensitive data from threats.</a:t>
                      </a:r>
                      <a:endParaRPr lang="en-US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1" i="0" u="none" strike="noStrike" noProof="0" dirty="0">
                          <a:solidFill>
                            <a:srgbClr val="000000"/>
                          </a:solidFill>
                        </a:rPr>
                        <a:t>Real-Time Application Tracking</a:t>
                      </a: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</a:rPr>
                        <a:t>: Offer live updates to identify and resolve issues quickly.</a:t>
                      </a:r>
                      <a:endParaRPr lang="en-US" dirty="0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5909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55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Proposed system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E7D423-BDBB-8630-62F8-47A9D69A141B}"/>
              </a:ext>
            </a:extLst>
          </p:cNvPr>
          <p:cNvSpPr txBox="1"/>
          <p:nvPr/>
        </p:nvSpPr>
        <p:spPr>
          <a:xfrm>
            <a:off x="1823143" y="1288459"/>
            <a:ext cx="5740880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1F2328"/>
                </a:solidFill>
              </a:rPr>
              <a:t>Description:</a:t>
            </a:r>
          </a:p>
          <a:p>
            <a:r>
              <a:rPr lang="en-US" sz="1200">
                <a:solidFill>
                  <a:srgbClr val="1F2328"/>
                </a:solidFill>
              </a:rPr>
              <a:t>This project involves creating a comprehensive AYUSH Startup Registration Portal designed to simplify and expedite the registration process for AYUSH startups. The portal will provide a user-friendly, secure, and scalable solution to manage a high volume of registrations.</a:t>
            </a:r>
            <a:endParaRPr lang="en-US"/>
          </a:p>
          <a:p>
            <a:endParaRPr lang="en-US" sz="1200" dirty="0"/>
          </a:p>
          <a:p>
            <a:r>
              <a:rPr lang="en-US" sz="1200" b="1" dirty="0"/>
              <a:t>Advantages:</a:t>
            </a:r>
          </a:p>
          <a:p>
            <a:pPr marL="171450" indent="-171450">
              <a:buChar char="•"/>
            </a:pPr>
            <a:r>
              <a:rPr lang="en-US" sz="1200" dirty="0"/>
              <a:t>Simplified Registration: Auto-fill, smart validation, and faster processing.</a:t>
            </a:r>
          </a:p>
          <a:p>
            <a:pPr marL="171450" indent="-171450">
              <a:buChar char="•"/>
            </a:pPr>
            <a:r>
              <a:rPr lang="en-US" sz="1200" dirty="0"/>
              <a:t>Enhanced Security: Data encryption and multi-factor authentication.</a:t>
            </a:r>
          </a:p>
          <a:p>
            <a:pPr marL="171450" indent="-171450">
              <a:buChar char="•"/>
            </a:pPr>
            <a:r>
              <a:rPr lang="en-US" sz="1200" dirty="0"/>
              <a:t>Real-Time Tracking: Instant updates and tracking for both applicants and officials.</a:t>
            </a:r>
          </a:p>
          <a:p>
            <a:pPr marL="171450" indent="-171450">
              <a:buChar char="•"/>
            </a:pPr>
            <a:endParaRPr lang="en-US" sz="1200" b="1" dirty="0"/>
          </a:p>
          <a:p>
            <a:r>
              <a:rPr lang="en-US" sz="1200" b="1" dirty="0"/>
              <a:t>Key Features:</a:t>
            </a:r>
          </a:p>
          <a:p>
            <a:pPr marL="171450" indent="-171450">
              <a:buChar char="•"/>
            </a:pPr>
            <a:r>
              <a:rPr lang="en-US" sz="1200"/>
              <a:t>Automated forms reduce errors and time.</a:t>
            </a:r>
          </a:p>
          <a:p>
            <a:pPr marL="171450" indent="-171450">
              <a:buChar char="•"/>
            </a:pPr>
            <a:r>
              <a:rPr lang="en-US" sz="1200"/>
              <a:t>Encrypted data protects sensitive information.</a:t>
            </a:r>
            <a:endParaRPr lang="en-US"/>
          </a:p>
          <a:p>
            <a:pPr marL="171450" indent="-171450">
              <a:buChar char="•"/>
            </a:pPr>
            <a:r>
              <a:rPr lang="en-US" sz="1200"/>
              <a:t>Dashboards offer live application tracking.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70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Workflow</a:t>
            </a:r>
            <a:endParaRPr/>
          </a:p>
        </p:txBody>
      </p:sp>
      <p:sp>
        <p:nvSpPr>
          <p:cNvPr id="1642" name="Google Shape;1642;p70"/>
          <p:cNvSpPr txBox="1"/>
          <p:nvPr/>
        </p:nvSpPr>
        <p:spPr>
          <a:xfrm>
            <a:off x="895100" y="3049850"/>
            <a:ext cx="21429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Step 01</a:t>
            </a:r>
            <a:endParaRPr sz="2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43" name="Google Shape;1643;p70"/>
          <p:cNvSpPr txBox="1"/>
          <p:nvPr/>
        </p:nvSpPr>
        <p:spPr>
          <a:xfrm>
            <a:off x="874918" y="3350171"/>
            <a:ext cx="2142900" cy="84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​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Registration -&gt;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Users create accounts by entering details.</a:t>
            </a:r>
            <a:endParaRPr lang="en-US" dirty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644" name="Google Shape;1644;p70"/>
          <p:cNvSpPr txBox="1"/>
          <p:nvPr/>
        </p:nvSpPr>
        <p:spPr>
          <a:xfrm>
            <a:off x="2197775" y="2141072"/>
            <a:ext cx="21429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Step 02</a:t>
            </a:r>
            <a:endParaRPr sz="2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45" name="Google Shape;1645;p70"/>
          <p:cNvSpPr txBox="1"/>
          <p:nvPr/>
        </p:nvSpPr>
        <p:spPr>
          <a:xfrm>
            <a:off x="1734106" y="1508291"/>
            <a:ext cx="3281458" cy="72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​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Upload -&gt;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Securely upload required documents for verification.</a:t>
            </a:r>
            <a:endParaRPr lang="en-US" dirty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646" name="Google Shape;1646;p70"/>
          <p:cNvSpPr txBox="1"/>
          <p:nvPr/>
        </p:nvSpPr>
        <p:spPr>
          <a:xfrm>
            <a:off x="3499972" y="3049850"/>
            <a:ext cx="21429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Step 03</a:t>
            </a:r>
            <a:endParaRPr sz="2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47" name="Google Shape;1647;p70"/>
          <p:cNvSpPr txBox="1"/>
          <p:nvPr/>
        </p:nvSpPr>
        <p:spPr>
          <a:xfrm>
            <a:off x="3499972" y="3285496"/>
            <a:ext cx="2142900" cy="117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Submission -&gt;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Complete and submit the online application with required details.</a:t>
            </a:r>
            <a:endParaRPr lang="en-US" dirty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648" name="Google Shape;1648;p70"/>
          <p:cNvSpPr txBox="1"/>
          <p:nvPr/>
        </p:nvSpPr>
        <p:spPr>
          <a:xfrm>
            <a:off x="4795694" y="2135171"/>
            <a:ext cx="21429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Step 04</a:t>
            </a:r>
            <a:endParaRPr sz="2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49" name="Google Shape;1649;p70"/>
          <p:cNvSpPr txBox="1"/>
          <p:nvPr/>
        </p:nvSpPr>
        <p:spPr>
          <a:xfrm>
            <a:off x="4795688" y="1082631"/>
            <a:ext cx="2325488" cy="1053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Review &amp; Approval -&gt;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Officials will review submissions &amp; approve, reject or request changes.</a:t>
            </a:r>
            <a:endParaRPr lang="en-US" dirty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650" name="Google Shape;1650;p70"/>
          <p:cNvSpPr txBox="1"/>
          <p:nvPr/>
        </p:nvSpPr>
        <p:spPr>
          <a:xfrm>
            <a:off x="6106004" y="3049850"/>
            <a:ext cx="21429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Step 05</a:t>
            </a:r>
            <a:endParaRPr sz="2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51" name="Google Shape;1651;p70"/>
          <p:cNvSpPr txBox="1"/>
          <p:nvPr/>
        </p:nvSpPr>
        <p:spPr>
          <a:xfrm>
            <a:off x="6106021" y="3285499"/>
            <a:ext cx="2164466" cy="1664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Tracking, Security &amp; Support -&gt;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Users can track status, receive updates, &amp; access support with strong data protection.</a:t>
            </a:r>
            <a:endParaRPr lang="en-US" dirty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652" name="Google Shape;1652;p70"/>
          <p:cNvSpPr/>
          <p:nvPr/>
        </p:nvSpPr>
        <p:spPr>
          <a:xfrm>
            <a:off x="1187568" y="2782905"/>
            <a:ext cx="6536100" cy="113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3" name="Google Shape;1653;p70"/>
          <p:cNvCxnSpPr>
            <a:stCxn id="1642" idx="0"/>
          </p:cNvCxnSpPr>
          <p:nvPr/>
        </p:nvCxnSpPr>
        <p:spPr>
          <a:xfrm rot="10800000">
            <a:off x="1966550" y="2867150"/>
            <a:ext cx="0" cy="18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4" name="Google Shape;1654;p70"/>
          <p:cNvCxnSpPr/>
          <p:nvPr/>
        </p:nvCxnSpPr>
        <p:spPr>
          <a:xfrm>
            <a:off x="3269225" y="2566664"/>
            <a:ext cx="0" cy="18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5" name="Google Shape;1655;p70"/>
          <p:cNvCxnSpPr>
            <a:cxnSpLocks/>
          </p:cNvCxnSpPr>
          <p:nvPr/>
        </p:nvCxnSpPr>
        <p:spPr>
          <a:xfrm flipH="1" flipV="1">
            <a:off x="4545855" y="2929347"/>
            <a:ext cx="51106" cy="19697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6" name="Google Shape;1656;p70"/>
          <p:cNvCxnSpPr/>
          <p:nvPr/>
        </p:nvCxnSpPr>
        <p:spPr>
          <a:xfrm>
            <a:off x="5867150" y="2559076"/>
            <a:ext cx="0" cy="195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7" name="Google Shape;1657;p70"/>
          <p:cNvCxnSpPr>
            <a:stCxn id="1650" idx="0"/>
          </p:cNvCxnSpPr>
          <p:nvPr/>
        </p:nvCxnSpPr>
        <p:spPr>
          <a:xfrm rot="10800000">
            <a:off x="7177454" y="2865950"/>
            <a:ext cx="0" cy="18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55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System Architecture </a:t>
            </a:r>
            <a:endParaRPr/>
          </a:p>
        </p:txBody>
      </p:sp>
      <p:sp>
        <p:nvSpPr>
          <p:cNvPr id="1426" name="Google Shape;1426;p55"/>
          <p:cNvSpPr txBox="1">
            <a:spLocks noGrp="1"/>
          </p:cNvSpPr>
          <p:nvPr>
            <p:ph type="subTitle" idx="4"/>
          </p:nvPr>
        </p:nvSpPr>
        <p:spPr>
          <a:xfrm>
            <a:off x="1287112" y="1776792"/>
            <a:ext cx="4050078" cy="4740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200" b="1" dirty="0"/>
              <a:t>Languages:</a:t>
            </a:r>
            <a:r>
              <a:rPr lang="en-US" sz="1200" dirty="0"/>
              <a:t> HTML,CSS,JAVASCRIPT, Node/Python,</a:t>
            </a:r>
            <a:r>
              <a:rPr lang="en-US" dirty="0"/>
              <a:t> </a:t>
            </a:r>
            <a:endParaRPr lang="en-US"/>
          </a:p>
        </p:txBody>
      </p:sp>
      <p:sp>
        <p:nvSpPr>
          <p:cNvPr id="1427" name="Google Shape;1427;p55"/>
          <p:cNvSpPr txBox="1">
            <a:spLocks noGrp="1"/>
          </p:cNvSpPr>
          <p:nvPr>
            <p:ph type="subTitle" idx="1"/>
          </p:nvPr>
        </p:nvSpPr>
        <p:spPr>
          <a:xfrm>
            <a:off x="1132584" y="1433014"/>
            <a:ext cx="1891500" cy="4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Tech Stack</a:t>
            </a:r>
            <a:endParaRPr/>
          </a:p>
        </p:txBody>
      </p:sp>
      <p:sp>
        <p:nvSpPr>
          <p:cNvPr id="1428" name="Google Shape;1428;p55"/>
          <p:cNvSpPr txBox="1">
            <a:spLocks noGrp="1"/>
          </p:cNvSpPr>
          <p:nvPr>
            <p:ph type="subTitle" idx="2"/>
          </p:nvPr>
        </p:nvSpPr>
        <p:spPr>
          <a:xfrm>
            <a:off x="1335491" y="2327530"/>
            <a:ext cx="1848368" cy="3408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200" b="1" dirty="0"/>
              <a:t>Database</a:t>
            </a:r>
            <a:r>
              <a:rPr lang="en-US" sz="1200" dirty="0"/>
              <a:t>: </a:t>
            </a:r>
            <a:r>
              <a:rPr lang="en-US" sz="1200"/>
              <a:t>Oracle</a:t>
            </a:r>
            <a:endParaRPr lang="en-US" sz="1200" dirty="0"/>
          </a:p>
        </p:txBody>
      </p:sp>
      <p:sp>
        <p:nvSpPr>
          <p:cNvPr id="4" name="Google Shape;1426;p55">
            <a:extLst>
              <a:ext uri="{FF2B5EF4-FFF2-40B4-BE49-F238E27FC236}">
                <a16:creationId xmlns:a16="http://schemas.microsoft.com/office/drawing/2014/main" id="{B030D0B9-8DF8-F8FE-9EA6-7C7EF1CCF1AA}"/>
              </a:ext>
            </a:extLst>
          </p:cNvPr>
          <p:cNvSpPr txBox="1">
            <a:spLocks/>
          </p:cNvSpPr>
          <p:nvPr/>
        </p:nvSpPr>
        <p:spPr>
          <a:xfrm>
            <a:off x="1329750" y="2573242"/>
            <a:ext cx="3715433" cy="481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sz="1200" b="1" dirty="0"/>
              <a:t>Database Security:</a:t>
            </a:r>
            <a:r>
              <a:rPr lang="en-US" sz="1200" dirty="0"/>
              <a:t> Encryption, access control, backups</a:t>
            </a:r>
            <a:r>
              <a:rPr lang="en-US" dirty="0"/>
              <a:t>.</a:t>
            </a:r>
          </a:p>
        </p:txBody>
      </p:sp>
      <p:sp>
        <p:nvSpPr>
          <p:cNvPr id="5" name="Google Shape;1426;p55">
            <a:extLst>
              <a:ext uri="{FF2B5EF4-FFF2-40B4-BE49-F238E27FC236}">
                <a16:creationId xmlns:a16="http://schemas.microsoft.com/office/drawing/2014/main" id="{12A44FEC-F0E3-B36B-5F19-B54D49443C54}"/>
              </a:ext>
            </a:extLst>
          </p:cNvPr>
          <p:cNvSpPr txBox="1">
            <a:spLocks/>
          </p:cNvSpPr>
          <p:nvPr/>
        </p:nvSpPr>
        <p:spPr>
          <a:xfrm>
            <a:off x="1283505" y="3093523"/>
            <a:ext cx="2679340" cy="38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sz="1200" b="1" dirty="0"/>
              <a:t>Cloud service: </a:t>
            </a:r>
            <a:r>
              <a:rPr lang="en-US" sz="1200" dirty="0"/>
              <a:t>AWS or Google Cloud</a:t>
            </a:r>
          </a:p>
        </p:txBody>
      </p:sp>
      <p:sp>
        <p:nvSpPr>
          <p:cNvPr id="10" name="Google Shape;1923;p81">
            <a:extLst>
              <a:ext uri="{FF2B5EF4-FFF2-40B4-BE49-F238E27FC236}">
                <a16:creationId xmlns:a16="http://schemas.microsoft.com/office/drawing/2014/main" id="{001FF1D7-CCCB-3573-9A1F-F93A5D77DC52}"/>
              </a:ext>
            </a:extLst>
          </p:cNvPr>
          <p:cNvSpPr/>
          <p:nvPr/>
        </p:nvSpPr>
        <p:spPr>
          <a:xfrm>
            <a:off x="795880" y="2335099"/>
            <a:ext cx="329018" cy="331345"/>
          </a:xfrm>
          <a:custGeom>
            <a:avLst/>
            <a:gdLst/>
            <a:ahLst/>
            <a:cxnLst/>
            <a:rect l="l" t="t" r="r" b="b"/>
            <a:pathLst>
              <a:path w="119" h="120" extrusionOk="0">
                <a:moveTo>
                  <a:pt x="119" y="7"/>
                </a:moveTo>
                <a:cubicBezTo>
                  <a:pt x="119" y="4"/>
                  <a:pt x="116" y="0"/>
                  <a:pt x="112" y="0"/>
                </a:cubicBezTo>
                <a:cubicBezTo>
                  <a:pt x="94" y="0"/>
                  <a:pt x="94" y="0"/>
                  <a:pt x="94" y="0"/>
                </a:cubicBezTo>
                <a:cubicBezTo>
                  <a:pt x="90" y="0"/>
                  <a:pt x="87" y="4"/>
                  <a:pt x="87" y="7"/>
                </a:cubicBezTo>
                <a:cubicBezTo>
                  <a:pt x="87" y="14"/>
                  <a:pt x="87" y="14"/>
                  <a:pt x="87" y="14"/>
                </a:cubicBezTo>
                <a:cubicBezTo>
                  <a:pt x="87" y="16"/>
                  <a:pt x="87" y="17"/>
                  <a:pt x="88" y="18"/>
                </a:cubicBezTo>
                <a:cubicBezTo>
                  <a:pt x="87" y="19"/>
                  <a:pt x="87" y="20"/>
                  <a:pt x="87" y="21"/>
                </a:cubicBezTo>
                <a:cubicBezTo>
                  <a:pt x="87" y="28"/>
                  <a:pt x="87" y="28"/>
                  <a:pt x="87" y="28"/>
                </a:cubicBezTo>
                <a:cubicBezTo>
                  <a:pt x="87" y="32"/>
                  <a:pt x="90" y="35"/>
                  <a:pt x="94" y="35"/>
                </a:cubicBezTo>
                <a:cubicBezTo>
                  <a:pt x="100" y="35"/>
                  <a:pt x="100" y="35"/>
                  <a:pt x="100" y="35"/>
                </a:cubicBezTo>
                <a:cubicBezTo>
                  <a:pt x="100" y="42"/>
                  <a:pt x="100" y="42"/>
                  <a:pt x="100" y="42"/>
                </a:cubicBezTo>
                <a:cubicBezTo>
                  <a:pt x="85" y="42"/>
                  <a:pt x="85" y="42"/>
                  <a:pt x="85" y="42"/>
                </a:cubicBezTo>
                <a:cubicBezTo>
                  <a:pt x="85" y="39"/>
                  <a:pt x="83" y="36"/>
                  <a:pt x="77" y="34"/>
                </a:cubicBezTo>
                <a:cubicBezTo>
                  <a:pt x="72" y="32"/>
                  <a:pt x="66" y="31"/>
                  <a:pt x="59" y="31"/>
                </a:cubicBezTo>
                <a:cubicBezTo>
                  <a:pt x="53" y="31"/>
                  <a:pt x="47" y="32"/>
                  <a:pt x="42" y="34"/>
                </a:cubicBezTo>
                <a:cubicBezTo>
                  <a:pt x="36" y="36"/>
                  <a:pt x="34" y="39"/>
                  <a:pt x="33" y="42"/>
                </a:cubicBezTo>
                <a:cubicBezTo>
                  <a:pt x="19" y="42"/>
                  <a:pt x="19" y="42"/>
                  <a:pt x="19" y="42"/>
                </a:cubicBezTo>
                <a:cubicBezTo>
                  <a:pt x="19" y="35"/>
                  <a:pt x="19" y="35"/>
                  <a:pt x="19" y="35"/>
                </a:cubicBezTo>
                <a:cubicBezTo>
                  <a:pt x="25" y="35"/>
                  <a:pt x="25" y="35"/>
                  <a:pt x="25" y="35"/>
                </a:cubicBezTo>
                <a:cubicBezTo>
                  <a:pt x="28" y="35"/>
                  <a:pt x="32" y="32"/>
                  <a:pt x="32" y="28"/>
                </a:cubicBezTo>
                <a:cubicBezTo>
                  <a:pt x="32" y="21"/>
                  <a:pt x="32" y="21"/>
                  <a:pt x="32" y="21"/>
                </a:cubicBezTo>
                <a:cubicBezTo>
                  <a:pt x="32" y="20"/>
                  <a:pt x="31" y="19"/>
                  <a:pt x="31" y="18"/>
                </a:cubicBezTo>
                <a:cubicBezTo>
                  <a:pt x="31" y="17"/>
                  <a:pt x="32" y="16"/>
                  <a:pt x="32" y="14"/>
                </a:cubicBezTo>
                <a:cubicBezTo>
                  <a:pt x="32" y="7"/>
                  <a:pt x="32" y="7"/>
                  <a:pt x="32" y="7"/>
                </a:cubicBezTo>
                <a:cubicBezTo>
                  <a:pt x="32" y="4"/>
                  <a:pt x="28" y="0"/>
                  <a:pt x="25" y="0"/>
                </a:cubicBez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4"/>
                  <a:pt x="0" y="7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6"/>
                  <a:pt x="0" y="17"/>
                  <a:pt x="1" y="18"/>
                </a:cubicBezTo>
                <a:cubicBezTo>
                  <a:pt x="0" y="19"/>
                  <a:pt x="0" y="20"/>
                  <a:pt x="0" y="21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32"/>
                  <a:pt x="3" y="35"/>
                  <a:pt x="7" y="35"/>
                </a:cubicBezTo>
                <a:cubicBezTo>
                  <a:pt x="12" y="35"/>
                  <a:pt x="12" y="35"/>
                  <a:pt x="12" y="35"/>
                </a:cubicBezTo>
                <a:cubicBezTo>
                  <a:pt x="12" y="45"/>
                  <a:pt x="12" y="45"/>
                  <a:pt x="12" y="45"/>
                </a:cubicBezTo>
                <a:cubicBezTo>
                  <a:pt x="12" y="47"/>
                  <a:pt x="14" y="49"/>
                  <a:pt x="16" y="49"/>
                </a:cubicBezTo>
                <a:cubicBezTo>
                  <a:pt x="33" y="49"/>
                  <a:pt x="33" y="49"/>
                  <a:pt x="33" y="49"/>
                </a:cubicBezTo>
                <a:cubicBezTo>
                  <a:pt x="33" y="72"/>
                  <a:pt x="33" y="72"/>
                  <a:pt x="33" y="72"/>
                </a:cubicBezTo>
                <a:cubicBezTo>
                  <a:pt x="16" y="72"/>
                  <a:pt x="16" y="72"/>
                  <a:pt x="16" y="72"/>
                </a:cubicBezTo>
                <a:cubicBezTo>
                  <a:pt x="14" y="72"/>
                  <a:pt x="12" y="73"/>
                  <a:pt x="12" y="75"/>
                </a:cubicBezTo>
                <a:cubicBezTo>
                  <a:pt x="12" y="85"/>
                  <a:pt x="12" y="85"/>
                  <a:pt x="12" y="85"/>
                </a:cubicBezTo>
                <a:cubicBezTo>
                  <a:pt x="7" y="85"/>
                  <a:pt x="7" y="85"/>
                  <a:pt x="7" y="85"/>
                </a:cubicBezTo>
                <a:cubicBezTo>
                  <a:pt x="3" y="85"/>
                  <a:pt x="0" y="88"/>
                  <a:pt x="0" y="92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100"/>
                  <a:pt x="0" y="101"/>
                  <a:pt x="1" y="102"/>
                </a:cubicBezTo>
                <a:cubicBezTo>
                  <a:pt x="0" y="103"/>
                  <a:pt x="0" y="105"/>
                  <a:pt x="0" y="106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117"/>
                  <a:pt x="3" y="120"/>
                  <a:pt x="7" y="120"/>
                </a:cubicBezTo>
                <a:cubicBezTo>
                  <a:pt x="25" y="120"/>
                  <a:pt x="25" y="120"/>
                  <a:pt x="25" y="120"/>
                </a:cubicBezTo>
                <a:cubicBezTo>
                  <a:pt x="28" y="120"/>
                  <a:pt x="32" y="117"/>
                  <a:pt x="32" y="113"/>
                </a:cubicBezTo>
                <a:cubicBezTo>
                  <a:pt x="32" y="106"/>
                  <a:pt x="32" y="106"/>
                  <a:pt x="32" y="106"/>
                </a:cubicBezTo>
                <a:cubicBezTo>
                  <a:pt x="32" y="105"/>
                  <a:pt x="31" y="103"/>
                  <a:pt x="31" y="102"/>
                </a:cubicBezTo>
                <a:cubicBezTo>
                  <a:pt x="31" y="101"/>
                  <a:pt x="32" y="100"/>
                  <a:pt x="32" y="99"/>
                </a:cubicBezTo>
                <a:cubicBezTo>
                  <a:pt x="32" y="92"/>
                  <a:pt x="32" y="92"/>
                  <a:pt x="32" y="92"/>
                </a:cubicBezTo>
                <a:cubicBezTo>
                  <a:pt x="32" y="88"/>
                  <a:pt x="28" y="85"/>
                  <a:pt x="25" y="85"/>
                </a:cubicBezTo>
                <a:cubicBezTo>
                  <a:pt x="19" y="85"/>
                  <a:pt x="19" y="85"/>
                  <a:pt x="19" y="85"/>
                </a:cubicBezTo>
                <a:cubicBezTo>
                  <a:pt x="19" y="79"/>
                  <a:pt x="19" y="79"/>
                  <a:pt x="19" y="79"/>
                </a:cubicBezTo>
                <a:cubicBezTo>
                  <a:pt x="33" y="79"/>
                  <a:pt x="33" y="79"/>
                  <a:pt x="33" y="79"/>
                </a:cubicBezTo>
                <a:cubicBezTo>
                  <a:pt x="34" y="81"/>
                  <a:pt x="36" y="84"/>
                  <a:pt x="42" y="86"/>
                </a:cubicBezTo>
                <a:cubicBezTo>
                  <a:pt x="47" y="88"/>
                  <a:pt x="53" y="89"/>
                  <a:pt x="59" y="89"/>
                </a:cubicBezTo>
                <a:cubicBezTo>
                  <a:pt x="66" y="89"/>
                  <a:pt x="72" y="88"/>
                  <a:pt x="77" y="86"/>
                </a:cubicBezTo>
                <a:cubicBezTo>
                  <a:pt x="83" y="84"/>
                  <a:pt x="85" y="81"/>
                  <a:pt x="85" y="79"/>
                </a:cubicBezTo>
                <a:cubicBezTo>
                  <a:pt x="100" y="79"/>
                  <a:pt x="100" y="79"/>
                  <a:pt x="100" y="79"/>
                </a:cubicBezTo>
                <a:cubicBezTo>
                  <a:pt x="100" y="85"/>
                  <a:pt x="100" y="85"/>
                  <a:pt x="100" y="85"/>
                </a:cubicBezTo>
                <a:cubicBezTo>
                  <a:pt x="94" y="85"/>
                  <a:pt x="94" y="85"/>
                  <a:pt x="94" y="85"/>
                </a:cubicBezTo>
                <a:cubicBezTo>
                  <a:pt x="90" y="85"/>
                  <a:pt x="87" y="88"/>
                  <a:pt x="87" y="92"/>
                </a:cubicBezTo>
                <a:cubicBezTo>
                  <a:pt x="87" y="99"/>
                  <a:pt x="87" y="99"/>
                  <a:pt x="87" y="99"/>
                </a:cubicBezTo>
                <a:cubicBezTo>
                  <a:pt x="87" y="100"/>
                  <a:pt x="87" y="101"/>
                  <a:pt x="88" y="102"/>
                </a:cubicBezTo>
                <a:cubicBezTo>
                  <a:pt x="87" y="103"/>
                  <a:pt x="87" y="105"/>
                  <a:pt x="87" y="106"/>
                </a:cubicBezTo>
                <a:cubicBezTo>
                  <a:pt x="87" y="113"/>
                  <a:pt x="87" y="113"/>
                  <a:pt x="87" y="113"/>
                </a:cubicBezTo>
                <a:cubicBezTo>
                  <a:pt x="87" y="117"/>
                  <a:pt x="90" y="120"/>
                  <a:pt x="94" y="120"/>
                </a:cubicBezTo>
                <a:cubicBezTo>
                  <a:pt x="112" y="120"/>
                  <a:pt x="112" y="120"/>
                  <a:pt x="112" y="120"/>
                </a:cubicBezTo>
                <a:cubicBezTo>
                  <a:pt x="116" y="120"/>
                  <a:pt x="119" y="117"/>
                  <a:pt x="119" y="113"/>
                </a:cubicBezTo>
                <a:cubicBezTo>
                  <a:pt x="119" y="106"/>
                  <a:pt x="119" y="106"/>
                  <a:pt x="119" y="106"/>
                </a:cubicBezTo>
                <a:cubicBezTo>
                  <a:pt x="119" y="105"/>
                  <a:pt x="119" y="103"/>
                  <a:pt x="118" y="102"/>
                </a:cubicBezTo>
                <a:cubicBezTo>
                  <a:pt x="119" y="101"/>
                  <a:pt x="119" y="100"/>
                  <a:pt x="119" y="99"/>
                </a:cubicBezTo>
                <a:cubicBezTo>
                  <a:pt x="119" y="92"/>
                  <a:pt x="119" y="92"/>
                  <a:pt x="119" y="92"/>
                </a:cubicBezTo>
                <a:cubicBezTo>
                  <a:pt x="119" y="88"/>
                  <a:pt x="116" y="85"/>
                  <a:pt x="112" y="85"/>
                </a:cubicBezTo>
                <a:cubicBezTo>
                  <a:pt x="107" y="85"/>
                  <a:pt x="107" y="85"/>
                  <a:pt x="107" y="85"/>
                </a:cubicBezTo>
                <a:cubicBezTo>
                  <a:pt x="107" y="75"/>
                  <a:pt x="107" y="75"/>
                  <a:pt x="107" y="75"/>
                </a:cubicBezTo>
                <a:cubicBezTo>
                  <a:pt x="107" y="73"/>
                  <a:pt x="105" y="72"/>
                  <a:pt x="103" y="72"/>
                </a:cubicBezTo>
                <a:cubicBezTo>
                  <a:pt x="86" y="72"/>
                  <a:pt x="86" y="72"/>
                  <a:pt x="86" y="72"/>
                </a:cubicBezTo>
                <a:cubicBezTo>
                  <a:pt x="86" y="49"/>
                  <a:pt x="86" y="49"/>
                  <a:pt x="86" y="49"/>
                </a:cubicBezTo>
                <a:cubicBezTo>
                  <a:pt x="103" y="49"/>
                  <a:pt x="103" y="49"/>
                  <a:pt x="103" y="49"/>
                </a:cubicBezTo>
                <a:cubicBezTo>
                  <a:pt x="105" y="49"/>
                  <a:pt x="107" y="47"/>
                  <a:pt x="107" y="45"/>
                </a:cubicBezTo>
                <a:cubicBezTo>
                  <a:pt x="107" y="35"/>
                  <a:pt x="107" y="35"/>
                  <a:pt x="107" y="35"/>
                </a:cubicBezTo>
                <a:cubicBezTo>
                  <a:pt x="112" y="35"/>
                  <a:pt x="112" y="35"/>
                  <a:pt x="112" y="35"/>
                </a:cubicBezTo>
                <a:cubicBezTo>
                  <a:pt x="116" y="35"/>
                  <a:pt x="119" y="32"/>
                  <a:pt x="119" y="28"/>
                </a:cubicBezTo>
                <a:cubicBezTo>
                  <a:pt x="119" y="21"/>
                  <a:pt x="119" y="21"/>
                  <a:pt x="119" y="21"/>
                </a:cubicBezTo>
                <a:cubicBezTo>
                  <a:pt x="119" y="20"/>
                  <a:pt x="119" y="19"/>
                  <a:pt x="118" y="18"/>
                </a:cubicBezTo>
                <a:cubicBezTo>
                  <a:pt x="119" y="17"/>
                  <a:pt x="119" y="16"/>
                  <a:pt x="119" y="14"/>
                </a:cubicBezTo>
                <a:lnTo>
                  <a:pt x="119" y="7"/>
                </a:lnTo>
                <a:close/>
                <a:moveTo>
                  <a:pt x="25" y="7"/>
                </a:moveTo>
                <a:cubicBezTo>
                  <a:pt x="25" y="14"/>
                  <a:pt x="25" y="14"/>
                  <a:pt x="25" y="14"/>
                </a:cubicBezTo>
                <a:cubicBezTo>
                  <a:pt x="7" y="14"/>
                  <a:pt x="7" y="14"/>
                  <a:pt x="7" y="14"/>
                </a:cubicBezTo>
                <a:cubicBezTo>
                  <a:pt x="7" y="7"/>
                  <a:pt x="7" y="7"/>
                  <a:pt x="7" y="7"/>
                </a:cubicBezTo>
                <a:lnTo>
                  <a:pt x="25" y="7"/>
                </a:lnTo>
                <a:close/>
                <a:moveTo>
                  <a:pt x="7" y="21"/>
                </a:moveTo>
                <a:cubicBezTo>
                  <a:pt x="25" y="21"/>
                  <a:pt x="25" y="21"/>
                  <a:pt x="25" y="21"/>
                </a:cubicBezTo>
                <a:cubicBezTo>
                  <a:pt x="25" y="28"/>
                  <a:pt x="25" y="28"/>
                  <a:pt x="25" y="28"/>
                </a:cubicBezTo>
                <a:cubicBezTo>
                  <a:pt x="7" y="28"/>
                  <a:pt x="7" y="28"/>
                  <a:pt x="7" y="28"/>
                </a:cubicBezTo>
                <a:lnTo>
                  <a:pt x="7" y="21"/>
                </a:lnTo>
                <a:close/>
                <a:moveTo>
                  <a:pt x="25" y="113"/>
                </a:moveTo>
                <a:cubicBezTo>
                  <a:pt x="7" y="113"/>
                  <a:pt x="7" y="113"/>
                  <a:pt x="7" y="113"/>
                </a:cubicBezTo>
                <a:cubicBezTo>
                  <a:pt x="7" y="106"/>
                  <a:pt x="7" y="106"/>
                  <a:pt x="7" y="106"/>
                </a:cubicBezTo>
                <a:cubicBezTo>
                  <a:pt x="25" y="106"/>
                  <a:pt x="25" y="106"/>
                  <a:pt x="25" y="106"/>
                </a:cubicBezTo>
                <a:lnTo>
                  <a:pt x="25" y="113"/>
                </a:lnTo>
                <a:close/>
                <a:moveTo>
                  <a:pt x="25" y="99"/>
                </a:moveTo>
                <a:cubicBezTo>
                  <a:pt x="7" y="99"/>
                  <a:pt x="7" y="99"/>
                  <a:pt x="7" y="99"/>
                </a:cubicBezTo>
                <a:cubicBezTo>
                  <a:pt x="7" y="92"/>
                  <a:pt x="7" y="92"/>
                  <a:pt x="7" y="92"/>
                </a:cubicBezTo>
                <a:cubicBezTo>
                  <a:pt x="25" y="92"/>
                  <a:pt x="25" y="92"/>
                  <a:pt x="25" y="92"/>
                </a:cubicBezTo>
                <a:lnTo>
                  <a:pt x="25" y="99"/>
                </a:lnTo>
                <a:close/>
                <a:moveTo>
                  <a:pt x="112" y="113"/>
                </a:moveTo>
                <a:cubicBezTo>
                  <a:pt x="94" y="113"/>
                  <a:pt x="94" y="113"/>
                  <a:pt x="94" y="113"/>
                </a:cubicBezTo>
                <a:cubicBezTo>
                  <a:pt x="94" y="106"/>
                  <a:pt x="94" y="106"/>
                  <a:pt x="94" y="106"/>
                </a:cubicBezTo>
                <a:cubicBezTo>
                  <a:pt x="112" y="106"/>
                  <a:pt x="112" y="106"/>
                  <a:pt x="112" y="106"/>
                </a:cubicBezTo>
                <a:lnTo>
                  <a:pt x="112" y="113"/>
                </a:lnTo>
                <a:close/>
                <a:moveTo>
                  <a:pt x="112" y="99"/>
                </a:moveTo>
                <a:cubicBezTo>
                  <a:pt x="94" y="99"/>
                  <a:pt x="94" y="99"/>
                  <a:pt x="94" y="99"/>
                </a:cubicBezTo>
                <a:cubicBezTo>
                  <a:pt x="94" y="92"/>
                  <a:pt x="94" y="92"/>
                  <a:pt x="94" y="92"/>
                </a:cubicBezTo>
                <a:cubicBezTo>
                  <a:pt x="112" y="92"/>
                  <a:pt x="112" y="92"/>
                  <a:pt x="112" y="92"/>
                </a:cubicBezTo>
                <a:lnTo>
                  <a:pt x="112" y="99"/>
                </a:lnTo>
                <a:close/>
                <a:moveTo>
                  <a:pt x="40" y="52"/>
                </a:moveTo>
                <a:cubicBezTo>
                  <a:pt x="41" y="52"/>
                  <a:pt x="41" y="53"/>
                  <a:pt x="42" y="53"/>
                </a:cubicBezTo>
                <a:cubicBezTo>
                  <a:pt x="47" y="55"/>
                  <a:pt x="53" y="56"/>
                  <a:pt x="59" y="56"/>
                </a:cubicBezTo>
                <a:cubicBezTo>
                  <a:pt x="66" y="56"/>
                  <a:pt x="72" y="55"/>
                  <a:pt x="77" y="53"/>
                </a:cubicBezTo>
                <a:cubicBezTo>
                  <a:pt x="77" y="53"/>
                  <a:pt x="78" y="52"/>
                  <a:pt x="79" y="52"/>
                </a:cubicBezTo>
                <a:cubicBezTo>
                  <a:pt x="79" y="60"/>
                  <a:pt x="79" y="60"/>
                  <a:pt x="79" y="60"/>
                </a:cubicBezTo>
                <a:cubicBezTo>
                  <a:pt x="79" y="60"/>
                  <a:pt x="78" y="61"/>
                  <a:pt x="74" y="63"/>
                </a:cubicBezTo>
                <a:cubicBezTo>
                  <a:pt x="70" y="64"/>
                  <a:pt x="65" y="65"/>
                  <a:pt x="59" y="65"/>
                </a:cubicBezTo>
                <a:cubicBezTo>
                  <a:pt x="54" y="65"/>
                  <a:pt x="49" y="64"/>
                  <a:pt x="45" y="63"/>
                </a:cubicBezTo>
                <a:cubicBezTo>
                  <a:pt x="41" y="61"/>
                  <a:pt x="40" y="60"/>
                  <a:pt x="40" y="60"/>
                </a:cubicBezTo>
                <a:lnTo>
                  <a:pt x="40" y="52"/>
                </a:lnTo>
                <a:close/>
                <a:moveTo>
                  <a:pt x="45" y="40"/>
                </a:moveTo>
                <a:cubicBezTo>
                  <a:pt x="49" y="39"/>
                  <a:pt x="54" y="38"/>
                  <a:pt x="59" y="38"/>
                </a:cubicBezTo>
                <a:cubicBezTo>
                  <a:pt x="65" y="38"/>
                  <a:pt x="70" y="39"/>
                  <a:pt x="74" y="40"/>
                </a:cubicBezTo>
                <a:cubicBezTo>
                  <a:pt x="78" y="42"/>
                  <a:pt x="79" y="43"/>
                  <a:pt x="79" y="43"/>
                </a:cubicBezTo>
                <a:cubicBezTo>
                  <a:pt x="79" y="44"/>
                  <a:pt x="78" y="45"/>
                  <a:pt x="74" y="47"/>
                </a:cubicBezTo>
                <a:cubicBezTo>
                  <a:pt x="70" y="48"/>
                  <a:pt x="65" y="49"/>
                  <a:pt x="59" y="49"/>
                </a:cubicBezTo>
                <a:cubicBezTo>
                  <a:pt x="54" y="49"/>
                  <a:pt x="49" y="48"/>
                  <a:pt x="45" y="47"/>
                </a:cubicBezTo>
                <a:cubicBezTo>
                  <a:pt x="41" y="45"/>
                  <a:pt x="40" y="44"/>
                  <a:pt x="40" y="43"/>
                </a:cubicBezTo>
                <a:cubicBezTo>
                  <a:pt x="40" y="43"/>
                  <a:pt x="41" y="42"/>
                  <a:pt x="45" y="40"/>
                </a:cubicBezTo>
                <a:close/>
                <a:moveTo>
                  <a:pt x="74" y="80"/>
                </a:moveTo>
                <a:cubicBezTo>
                  <a:pt x="70" y="81"/>
                  <a:pt x="65" y="82"/>
                  <a:pt x="59" y="82"/>
                </a:cubicBezTo>
                <a:cubicBezTo>
                  <a:pt x="54" y="82"/>
                  <a:pt x="49" y="81"/>
                  <a:pt x="45" y="80"/>
                </a:cubicBezTo>
                <a:cubicBezTo>
                  <a:pt x="41" y="79"/>
                  <a:pt x="40" y="77"/>
                  <a:pt x="40" y="77"/>
                </a:cubicBezTo>
                <a:cubicBezTo>
                  <a:pt x="40" y="68"/>
                  <a:pt x="40" y="68"/>
                  <a:pt x="40" y="68"/>
                </a:cubicBezTo>
                <a:cubicBezTo>
                  <a:pt x="41" y="69"/>
                  <a:pt x="41" y="69"/>
                  <a:pt x="42" y="69"/>
                </a:cubicBezTo>
                <a:cubicBezTo>
                  <a:pt x="47" y="71"/>
                  <a:pt x="53" y="72"/>
                  <a:pt x="59" y="72"/>
                </a:cubicBezTo>
                <a:cubicBezTo>
                  <a:pt x="66" y="72"/>
                  <a:pt x="72" y="71"/>
                  <a:pt x="77" y="69"/>
                </a:cubicBezTo>
                <a:cubicBezTo>
                  <a:pt x="77" y="69"/>
                  <a:pt x="78" y="69"/>
                  <a:pt x="79" y="68"/>
                </a:cubicBezTo>
                <a:cubicBezTo>
                  <a:pt x="79" y="77"/>
                  <a:pt x="79" y="77"/>
                  <a:pt x="79" y="77"/>
                </a:cubicBezTo>
                <a:cubicBezTo>
                  <a:pt x="79" y="77"/>
                  <a:pt x="78" y="79"/>
                  <a:pt x="74" y="80"/>
                </a:cubicBezTo>
                <a:close/>
                <a:moveTo>
                  <a:pt x="112" y="7"/>
                </a:moveTo>
                <a:cubicBezTo>
                  <a:pt x="112" y="14"/>
                  <a:pt x="112" y="14"/>
                  <a:pt x="112" y="14"/>
                </a:cubicBezTo>
                <a:cubicBezTo>
                  <a:pt x="94" y="14"/>
                  <a:pt x="94" y="14"/>
                  <a:pt x="94" y="14"/>
                </a:cubicBezTo>
                <a:cubicBezTo>
                  <a:pt x="94" y="7"/>
                  <a:pt x="94" y="7"/>
                  <a:pt x="94" y="7"/>
                </a:cubicBezTo>
                <a:lnTo>
                  <a:pt x="112" y="7"/>
                </a:lnTo>
                <a:close/>
                <a:moveTo>
                  <a:pt x="112" y="28"/>
                </a:moveTo>
                <a:cubicBezTo>
                  <a:pt x="94" y="28"/>
                  <a:pt x="94" y="28"/>
                  <a:pt x="94" y="28"/>
                </a:cubicBezTo>
                <a:cubicBezTo>
                  <a:pt x="94" y="21"/>
                  <a:pt x="94" y="21"/>
                  <a:pt x="94" y="21"/>
                </a:cubicBezTo>
                <a:cubicBezTo>
                  <a:pt x="112" y="21"/>
                  <a:pt x="112" y="21"/>
                  <a:pt x="112" y="21"/>
                </a:cubicBezTo>
                <a:lnTo>
                  <a:pt x="112" y="28"/>
                </a:lnTo>
                <a:close/>
                <a:moveTo>
                  <a:pt x="112" y="28"/>
                </a:moveTo>
                <a:cubicBezTo>
                  <a:pt x="112" y="28"/>
                  <a:pt x="112" y="28"/>
                  <a:pt x="112" y="28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989;p81">
            <a:extLst>
              <a:ext uri="{FF2B5EF4-FFF2-40B4-BE49-F238E27FC236}">
                <a16:creationId xmlns:a16="http://schemas.microsoft.com/office/drawing/2014/main" id="{94FA3C0E-F8CB-63F8-426E-CEC05D7C62E3}"/>
              </a:ext>
            </a:extLst>
          </p:cNvPr>
          <p:cNvSpPr/>
          <p:nvPr/>
        </p:nvSpPr>
        <p:spPr>
          <a:xfrm>
            <a:off x="801063" y="3121027"/>
            <a:ext cx="325530" cy="326695"/>
          </a:xfrm>
          <a:custGeom>
            <a:avLst/>
            <a:gdLst/>
            <a:ahLst/>
            <a:cxnLst/>
            <a:rect l="l" t="t" r="r" b="b"/>
            <a:pathLst>
              <a:path w="118" h="118" extrusionOk="0">
                <a:moveTo>
                  <a:pt x="118" y="47"/>
                </a:moveTo>
                <a:cubicBezTo>
                  <a:pt x="118" y="36"/>
                  <a:pt x="110" y="27"/>
                  <a:pt x="99" y="27"/>
                </a:cubicBezTo>
                <a:cubicBezTo>
                  <a:pt x="97" y="23"/>
                  <a:pt x="95" y="19"/>
                  <a:pt x="91" y="16"/>
                </a:cubicBezTo>
                <a:cubicBezTo>
                  <a:pt x="87" y="13"/>
                  <a:pt x="82" y="11"/>
                  <a:pt x="77" y="11"/>
                </a:cubicBezTo>
                <a:cubicBezTo>
                  <a:pt x="77" y="11"/>
                  <a:pt x="77" y="10"/>
                  <a:pt x="77" y="10"/>
                </a:cubicBezTo>
                <a:cubicBezTo>
                  <a:pt x="76" y="8"/>
                  <a:pt x="74" y="6"/>
                  <a:pt x="73" y="5"/>
                </a:cubicBezTo>
                <a:cubicBezTo>
                  <a:pt x="69" y="2"/>
                  <a:pt x="64" y="0"/>
                  <a:pt x="59" y="0"/>
                </a:cubicBezTo>
                <a:cubicBezTo>
                  <a:pt x="52" y="0"/>
                  <a:pt x="45" y="4"/>
                  <a:pt x="42" y="11"/>
                </a:cubicBezTo>
                <a:cubicBezTo>
                  <a:pt x="42" y="11"/>
                  <a:pt x="39" y="11"/>
                  <a:pt x="38" y="11"/>
                </a:cubicBezTo>
                <a:cubicBezTo>
                  <a:pt x="37" y="11"/>
                  <a:pt x="35" y="12"/>
                  <a:pt x="33" y="13"/>
                </a:cubicBezTo>
                <a:cubicBezTo>
                  <a:pt x="31" y="13"/>
                  <a:pt x="29" y="15"/>
                  <a:pt x="27" y="16"/>
                </a:cubicBezTo>
                <a:cubicBezTo>
                  <a:pt x="24" y="19"/>
                  <a:pt x="21" y="23"/>
                  <a:pt x="20" y="27"/>
                </a:cubicBezTo>
                <a:cubicBezTo>
                  <a:pt x="20" y="27"/>
                  <a:pt x="18" y="27"/>
                  <a:pt x="18" y="27"/>
                </a:cubicBezTo>
                <a:cubicBezTo>
                  <a:pt x="11" y="28"/>
                  <a:pt x="5" y="33"/>
                  <a:pt x="2" y="39"/>
                </a:cubicBezTo>
                <a:cubicBezTo>
                  <a:pt x="1" y="42"/>
                  <a:pt x="0" y="45"/>
                  <a:pt x="0" y="47"/>
                </a:cubicBezTo>
                <a:cubicBezTo>
                  <a:pt x="0" y="56"/>
                  <a:pt x="6" y="64"/>
                  <a:pt x="14" y="67"/>
                </a:cubicBezTo>
                <a:cubicBezTo>
                  <a:pt x="14" y="84"/>
                  <a:pt x="14" y="84"/>
                  <a:pt x="14" y="84"/>
                </a:cubicBezTo>
                <a:cubicBezTo>
                  <a:pt x="10" y="85"/>
                  <a:pt x="7" y="89"/>
                  <a:pt x="7" y="94"/>
                </a:cubicBezTo>
                <a:cubicBezTo>
                  <a:pt x="7" y="99"/>
                  <a:pt x="12" y="104"/>
                  <a:pt x="18" y="104"/>
                </a:cubicBezTo>
                <a:cubicBezTo>
                  <a:pt x="23" y="104"/>
                  <a:pt x="28" y="99"/>
                  <a:pt x="28" y="94"/>
                </a:cubicBezTo>
                <a:cubicBezTo>
                  <a:pt x="28" y="89"/>
                  <a:pt x="25" y="85"/>
                  <a:pt x="21" y="84"/>
                </a:cubicBezTo>
                <a:cubicBezTo>
                  <a:pt x="21" y="67"/>
                  <a:pt x="21" y="67"/>
                  <a:pt x="21" y="67"/>
                </a:cubicBezTo>
                <a:cubicBezTo>
                  <a:pt x="42" y="67"/>
                  <a:pt x="42" y="67"/>
                  <a:pt x="42" y="67"/>
                </a:cubicBezTo>
                <a:cubicBezTo>
                  <a:pt x="42" y="98"/>
                  <a:pt x="42" y="98"/>
                  <a:pt x="42" y="98"/>
                </a:cubicBezTo>
                <a:cubicBezTo>
                  <a:pt x="38" y="99"/>
                  <a:pt x="35" y="103"/>
                  <a:pt x="35" y="108"/>
                </a:cubicBezTo>
                <a:cubicBezTo>
                  <a:pt x="35" y="113"/>
                  <a:pt x="40" y="118"/>
                  <a:pt x="45" y="118"/>
                </a:cubicBezTo>
                <a:cubicBezTo>
                  <a:pt x="51" y="118"/>
                  <a:pt x="56" y="113"/>
                  <a:pt x="56" y="108"/>
                </a:cubicBezTo>
                <a:cubicBezTo>
                  <a:pt x="56" y="103"/>
                  <a:pt x="53" y="99"/>
                  <a:pt x="49" y="98"/>
                </a:cubicBezTo>
                <a:cubicBezTo>
                  <a:pt x="49" y="67"/>
                  <a:pt x="49" y="67"/>
                  <a:pt x="49" y="67"/>
                </a:cubicBezTo>
                <a:cubicBezTo>
                  <a:pt x="70" y="67"/>
                  <a:pt x="70" y="67"/>
                  <a:pt x="70" y="67"/>
                </a:cubicBezTo>
                <a:cubicBezTo>
                  <a:pt x="70" y="98"/>
                  <a:pt x="70" y="98"/>
                  <a:pt x="70" y="98"/>
                </a:cubicBezTo>
                <a:cubicBezTo>
                  <a:pt x="66" y="99"/>
                  <a:pt x="63" y="103"/>
                  <a:pt x="63" y="108"/>
                </a:cubicBezTo>
                <a:cubicBezTo>
                  <a:pt x="63" y="113"/>
                  <a:pt x="67" y="118"/>
                  <a:pt x="73" y="118"/>
                </a:cubicBezTo>
                <a:cubicBezTo>
                  <a:pt x="79" y="118"/>
                  <a:pt x="84" y="113"/>
                  <a:pt x="84" y="108"/>
                </a:cubicBezTo>
                <a:cubicBezTo>
                  <a:pt x="84" y="103"/>
                  <a:pt x="81" y="99"/>
                  <a:pt x="77" y="98"/>
                </a:cubicBezTo>
                <a:cubicBezTo>
                  <a:pt x="77" y="67"/>
                  <a:pt x="77" y="67"/>
                  <a:pt x="77" y="67"/>
                </a:cubicBezTo>
                <a:cubicBezTo>
                  <a:pt x="97" y="67"/>
                  <a:pt x="97" y="67"/>
                  <a:pt x="97" y="67"/>
                </a:cubicBezTo>
                <a:cubicBezTo>
                  <a:pt x="97" y="84"/>
                  <a:pt x="97" y="84"/>
                  <a:pt x="97" y="84"/>
                </a:cubicBezTo>
                <a:cubicBezTo>
                  <a:pt x="93" y="85"/>
                  <a:pt x="90" y="89"/>
                  <a:pt x="90" y="94"/>
                </a:cubicBezTo>
                <a:cubicBezTo>
                  <a:pt x="90" y="99"/>
                  <a:pt x="95" y="104"/>
                  <a:pt x="101" y="104"/>
                </a:cubicBezTo>
                <a:cubicBezTo>
                  <a:pt x="107" y="104"/>
                  <a:pt x="111" y="99"/>
                  <a:pt x="111" y="94"/>
                </a:cubicBezTo>
                <a:cubicBezTo>
                  <a:pt x="111" y="89"/>
                  <a:pt x="108" y="85"/>
                  <a:pt x="104" y="84"/>
                </a:cubicBezTo>
                <a:cubicBezTo>
                  <a:pt x="104" y="84"/>
                  <a:pt x="104" y="67"/>
                  <a:pt x="104" y="67"/>
                </a:cubicBezTo>
                <a:cubicBezTo>
                  <a:pt x="112" y="64"/>
                  <a:pt x="118" y="56"/>
                  <a:pt x="118" y="47"/>
                </a:cubicBezTo>
                <a:close/>
                <a:moveTo>
                  <a:pt x="45" y="111"/>
                </a:moveTo>
                <a:cubicBezTo>
                  <a:pt x="43" y="111"/>
                  <a:pt x="42" y="109"/>
                  <a:pt x="42" y="108"/>
                </a:cubicBezTo>
                <a:cubicBezTo>
                  <a:pt x="42" y="106"/>
                  <a:pt x="43" y="104"/>
                  <a:pt x="45" y="104"/>
                </a:cubicBezTo>
                <a:cubicBezTo>
                  <a:pt x="47" y="104"/>
                  <a:pt x="49" y="106"/>
                  <a:pt x="49" y="108"/>
                </a:cubicBezTo>
                <a:cubicBezTo>
                  <a:pt x="49" y="109"/>
                  <a:pt x="47" y="111"/>
                  <a:pt x="45" y="111"/>
                </a:cubicBezTo>
                <a:close/>
                <a:moveTo>
                  <a:pt x="73" y="111"/>
                </a:moveTo>
                <a:cubicBezTo>
                  <a:pt x="71" y="111"/>
                  <a:pt x="70" y="109"/>
                  <a:pt x="70" y="108"/>
                </a:cubicBezTo>
                <a:cubicBezTo>
                  <a:pt x="70" y="106"/>
                  <a:pt x="71" y="104"/>
                  <a:pt x="73" y="104"/>
                </a:cubicBezTo>
                <a:cubicBezTo>
                  <a:pt x="75" y="104"/>
                  <a:pt x="77" y="106"/>
                  <a:pt x="77" y="108"/>
                </a:cubicBezTo>
                <a:cubicBezTo>
                  <a:pt x="77" y="109"/>
                  <a:pt x="75" y="111"/>
                  <a:pt x="73" y="111"/>
                </a:cubicBezTo>
                <a:close/>
                <a:moveTo>
                  <a:pt x="18" y="97"/>
                </a:moveTo>
                <a:cubicBezTo>
                  <a:pt x="16" y="97"/>
                  <a:pt x="14" y="95"/>
                  <a:pt x="14" y="94"/>
                </a:cubicBezTo>
                <a:cubicBezTo>
                  <a:pt x="14" y="92"/>
                  <a:pt x="16" y="90"/>
                  <a:pt x="18" y="90"/>
                </a:cubicBezTo>
                <a:cubicBezTo>
                  <a:pt x="20" y="90"/>
                  <a:pt x="21" y="92"/>
                  <a:pt x="21" y="94"/>
                </a:cubicBezTo>
                <a:cubicBezTo>
                  <a:pt x="21" y="95"/>
                  <a:pt x="20" y="97"/>
                  <a:pt x="18" y="97"/>
                </a:cubicBezTo>
                <a:close/>
                <a:moveTo>
                  <a:pt x="101" y="97"/>
                </a:moveTo>
                <a:cubicBezTo>
                  <a:pt x="99" y="97"/>
                  <a:pt x="97" y="95"/>
                  <a:pt x="97" y="94"/>
                </a:cubicBezTo>
                <a:cubicBezTo>
                  <a:pt x="97" y="92"/>
                  <a:pt x="99" y="90"/>
                  <a:pt x="101" y="90"/>
                </a:cubicBezTo>
                <a:cubicBezTo>
                  <a:pt x="103" y="90"/>
                  <a:pt x="104" y="92"/>
                  <a:pt x="104" y="94"/>
                </a:cubicBezTo>
                <a:cubicBezTo>
                  <a:pt x="104" y="95"/>
                  <a:pt x="103" y="97"/>
                  <a:pt x="101" y="97"/>
                </a:cubicBezTo>
                <a:close/>
                <a:moveTo>
                  <a:pt x="98" y="61"/>
                </a:moveTo>
                <a:cubicBezTo>
                  <a:pt x="20" y="61"/>
                  <a:pt x="20" y="61"/>
                  <a:pt x="20" y="61"/>
                </a:cubicBezTo>
                <a:cubicBezTo>
                  <a:pt x="13" y="61"/>
                  <a:pt x="7" y="55"/>
                  <a:pt x="7" y="47"/>
                </a:cubicBezTo>
                <a:cubicBezTo>
                  <a:pt x="7" y="43"/>
                  <a:pt x="9" y="40"/>
                  <a:pt x="11" y="37"/>
                </a:cubicBezTo>
                <a:cubicBezTo>
                  <a:pt x="14" y="35"/>
                  <a:pt x="19" y="33"/>
                  <a:pt x="23" y="34"/>
                </a:cubicBezTo>
                <a:cubicBezTo>
                  <a:pt x="24" y="34"/>
                  <a:pt x="25" y="35"/>
                  <a:pt x="26" y="35"/>
                </a:cubicBezTo>
                <a:cubicBezTo>
                  <a:pt x="29" y="36"/>
                  <a:pt x="31" y="39"/>
                  <a:pt x="33" y="42"/>
                </a:cubicBezTo>
                <a:cubicBezTo>
                  <a:pt x="34" y="44"/>
                  <a:pt x="34" y="46"/>
                  <a:pt x="34" y="48"/>
                </a:cubicBezTo>
                <a:cubicBezTo>
                  <a:pt x="34" y="49"/>
                  <a:pt x="34" y="50"/>
                  <a:pt x="35" y="50"/>
                </a:cubicBezTo>
                <a:cubicBezTo>
                  <a:pt x="36" y="52"/>
                  <a:pt x="37" y="52"/>
                  <a:pt x="39" y="51"/>
                </a:cubicBezTo>
                <a:cubicBezTo>
                  <a:pt x="40" y="50"/>
                  <a:pt x="41" y="49"/>
                  <a:pt x="41" y="47"/>
                </a:cubicBezTo>
                <a:cubicBezTo>
                  <a:pt x="41" y="46"/>
                  <a:pt x="41" y="45"/>
                  <a:pt x="40" y="44"/>
                </a:cubicBezTo>
                <a:cubicBezTo>
                  <a:pt x="42" y="44"/>
                  <a:pt x="44" y="45"/>
                  <a:pt x="45" y="45"/>
                </a:cubicBezTo>
                <a:cubicBezTo>
                  <a:pt x="46" y="45"/>
                  <a:pt x="47" y="45"/>
                  <a:pt x="49" y="44"/>
                </a:cubicBezTo>
                <a:cubicBezTo>
                  <a:pt x="51" y="44"/>
                  <a:pt x="52" y="42"/>
                  <a:pt x="51" y="40"/>
                </a:cubicBezTo>
                <a:cubicBezTo>
                  <a:pt x="51" y="38"/>
                  <a:pt x="49" y="37"/>
                  <a:pt x="47" y="37"/>
                </a:cubicBezTo>
                <a:cubicBezTo>
                  <a:pt x="47" y="38"/>
                  <a:pt x="46" y="38"/>
                  <a:pt x="46" y="38"/>
                </a:cubicBezTo>
                <a:cubicBezTo>
                  <a:pt x="42" y="38"/>
                  <a:pt x="38" y="36"/>
                  <a:pt x="35" y="34"/>
                </a:cubicBezTo>
                <a:cubicBezTo>
                  <a:pt x="33" y="31"/>
                  <a:pt x="30" y="29"/>
                  <a:pt x="27" y="28"/>
                </a:cubicBezTo>
                <a:cubicBezTo>
                  <a:pt x="29" y="23"/>
                  <a:pt x="33" y="19"/>
                  <a:pt x="38" y="18"/>
                </a:cubicBezTo>
                <a:cubicBezTo>
                  <a:pt x="40" y="18"/>
                  <a:pt x="41" y="18"/>
                  <a:pt x="42" y="18"/>
                </a:cubicBezTo>
                <a:cubicBezTo>
                  <a:pt x="45" y="18"/>
                  <a:pt x="47" y="18"/>
                  <a:pt x="50" y="20"/>
                </a:cubicBezTo>
                <a:cubicBezTo>
                  <a:pt x="50" y="20"/>
                  <a:pt x="51" y="20"/>
                  <a:pt x="51" y="20"/>
                </a:cubicBezTo>
                <a:cubicBezTo>
                  <a:pt x="53" y="20"/>
                  <a:pt x="54" y="19"/>
                  <a:pt x="54" y="18"/>
                </a:cubicBezTo>
                <a:cubicBezTo>
                  <a:pt x="55" y="17"/>
                  <a:pt x="55" y="15"/>
                  <a:pt x="53" y="14"/>
                </a:cubicBezTo>
                <a:cubicBezTo>
                  <a:pt x="52" y="13"/>
                  <a:pt x="50" y="12"/>
                  <a:pt x="49" y="12"/>
                </a:cubicBezTo>
                <a:cubicBezTo>
                  <a:pt x="51" y="9"/>
                  <a:pt x="55" y="7"/>
                  <a:pt x="59" y="7"/>
                </a:cubicBezTo>
                <a:cubicBezTo>
                  <a:pt x="62" y="7"/>
                  <a:pt x="65" y="8"/>
                  <a:pt x="67" y="10"/>
                </a:cubicBezTo>
                <a:cubicBezTo>
                  <a:pt x="69" y="11"/>
                  <a:pt x="70" y="12"/>
                  <a:pt x="71" y="14"/>
                </a:cubicBezTo>
                <a:cubicBezTo>
                  <a:pt x="71" y="15"/>
                  <a:pt x="72" y="17"/>
                  <a:pt x="72" y="18"/>
                </a:cubicBezTo>
                <a:cubicBezTo>
                  <a:pt x="72" y="22"/>
                  <a:pt x="78" y="22"/>
                  <a:pt x="79" y="19"/>
                </a:cubicBezTo>
                <a:cubicBezTo>
                  <a:pt x="79" y="18"/>
                  <a:pt x="79" y="18"/>
                  <a:pt x="79" y="18"/>
                </a:cubicBezTo>
                <a:cubicBezTo>
                  <a:pt x="85" y="19"/>
                  <a:pt x="89" y="23"/>
                  <a:pt x="92" y="28"/>
                </a:cubicBezTo>
                <a:cubicBezTo>
                  <a:pt x="89" y="29"/>
                  <a:pt x="86" y="31"/>
                  <a:pt x="84" y="33"/>
                </a:cubicBezTo>
                <a:cubicBezTo>
                  <a:pt x="83" y="34"/>
                  <a:pt x="82" y="35"/>
                  <a:pt x="81" y="36"/>
                </a:cubicBezTo>
                <a:cubicBezTo>
                  <a:pt x="77" y="36"/>
                  <a:pt x="74" y="33"/>
                  <a:pt x="72" y="30"/>
                </a:cubicBezTo>
                <a:cubicBezTo>
                  <a:pt x="72" y="28"/>
                  <a:pt x="70" y="27"/>
                  <a:pt x="68" y="28"/>
                </a:cubicBezTo>
                <a:cubicBezTo>
                  <a:pt x="66" y="29"/>
                  <a:pt x="65" y="31"/>
                  <a:pt x="66" y="33"/>
                </a:cubicBezTo>
                <a:cubicBezTo>
                  <a:pt x="68" y="38"/>
                  <a:pt x="73" y="41"/>
                  <a:pt x="78" y="43"/>
                </a:cubicBezTo>
                <a:cubicBezTo>
                  <a:pt x="78" y="44"/>
                  <a:pt x="78" y="45"/>
                  <a:pt x="78" y="47"/>
                </a:cubicBezTo>
                <a:cubicBezTo>
                  <a:pt x="78" y="48"/>
                  <a:pt x="78" y="49"/>
                  <a:pt x="79" y="49"/>
                </a:cubicBezTo>
                <a:cubicBezTo>
                  <a:pt x="81" y="51"/>
                  <a:pt x="85" y="50"/>
                  <a:pt x="85" y="47"/>
                </a:cubicBezTo>
                <a:cubicBezTo>
                  <a:pt x="85" y="44"/>
                  <a:pt x="86" y="40"/>
                  <a:pt x="89" y="38"/>
                </a:cubicBezTo>
                <a:cubicBezTo>
                  <a:pt x="91" y="35"/>
                  <a:pt x="95" y="34"/>
                  <a:pt x="98" y="34"/>
                </a:cubicBezTo>
                <a:cubicBezTo>
                  <a:pt x="105" y="34"/>
                  <a:pt x="111" y="40"/>
                  <a:pt x="111" y="47"/>
                </a:cubicBezTo>
                <a:cubicBezTo>
                  <a:pt x="111" y="55"/>
                  <a:pt x="105" y="61"/>
                  <a:pt x="98" y="61"/>
                </a:cubicBezTo>
                <a:close/>
                <a:moveTo>
                  <a:pt x="98" y="61"/>
                </a:moveTo>
                <a:cubicBezTo>
                  <a:pt x="98" y="61"/>
                  <a:pt x="98" y="61"/>
                  <a:pt x="98" y="61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" name="Google Shape;2088;p81">
            <a:extLst>
              <a:ext uri="{FF2B5EF4-FFF2-40B4-BE49-F238E27FC236}">
                <a16:creationId xmlns:a16="http://schemas.microsoft.com/office/drawing/2014/main" id="{7B10C7C6-D49E-AA4F-D689-AEE67D986589}"/>
              </a:ext>
            </a:extLst>
          </p:cNvPr>
          <p:cNvGrpSpPr/>
          <p:nvPr/>
        </p:nvGrpSpPr>
        <p:grpSpPr>
          <a:xfrm>
            <a:off x="804471" y="2732713"/>
            <a:ext cx="345295" cy="323206"/>
            <a:chOff x="1771280" y="4273892"/>
            <a:chExt cx="345295" cy="323206"/>
          </a:xfrm>
        </p:grpSpPr>
        <p:sp>
          <p:nvSpPr>
            <p:cNvPr id="13" name="Google Shape;2089;p81">
              <a:extLst>
                <a:ext uri="{FF2B5EF4-FFF2-40B4-BE49-F238E27FC236}">
                  <a16:creationId xmlns:a16="http://schemas.microsoft.com/office/drawing/2014/main" id="{BA65CF28-250C-C8B2-5632-92EB3B93454C}"/>
                </a:ext>
              </a:extLst>
            </p:cNvPr>
            <p:cNvSpPr/>
            <p:nvPr/>
          </p:nvSpPr>
          <p:spPr>
            <a:xfrm>
              <a:off x="1771280" y="4273892"/>
              <a:ext cx="345295" cy="323206"/>
            </a:xfrm>
            <a:custGeom>
              <a:avLst/>
              <a:gdLst/>
              <a:ahLst/>
              <a:cxnLst/>
              <a:rect l="l" t="t" r="r" b="b"/>
              <a:pathLst>
                <a:path w="125" h="117" extrusionOk="0">
                  <a:moveTo>
                    <a:pt x="121" y="44"/>
                  </a:moveTo>
                  <a:cubicBezTo>
                    <a:pt x="120" y="44"/>
                    <a:pt x="120" y="44"/>
                    <a:pt x="120" y="44"/>
                  </a:cubicBezTo>
                  <a:cubicBezTo>
                    <a:pt x="120" y="37"/>
                    <a:pt x="120" y="37"/>
                    <a:pt x="120" y="37"/>
                  </a:cubicBezTo>
                  <a:cubicBezTo>
                    <a:pt x="120" y="23"/>
                    <a:pt x="109" y="12"/>
                    <a:pt x="95" y="12"/>
                  </a:cubicBezTo>
                  <a:cubicBezTo>
                    <a:pt x="93" y="12"/>
                    <a:pt x="91" y="12"/>
                    <a:pt x="89" y="12"/>
                  </a:cubicBezTo>
                  <a:cubicBezTo>
                    <a:pt x="87" y="9"/>
                    <a:pt x="82" y="6"/>
                    <a:pt x="75" y="4"/>
                  </a:cubicBezTo>
                  <a:cubicBezTo>
                    <a:pt x="67" y="1"/>
                    <a:pt x="56" y="0"/>
                    <a:pt x="46" y="0"/>
                  </a:cubicBezTo>
                  <a:cubicBezTo>
                    <a:pt x="34" y="0"/>
                    <a:pt x="23" y="1"/>
                    <a:pt x="15" y="4"/>
                  </a:cubicBezTo>
                  <a:cubicBezTo>
                    <a:pt x="3" y="8"/>
                    <a:pt x="0" y="14"/>
                    <a:pt x="0" y="18"/>
                  </a:cubicBezTo>
                  <a:cubicBezTo>
                    <a:pt x="0" y="18"/>
                    <a:pt x="0" y="99"/>
                    <a:pt x="0" y="99"/>
                  </a:cubicBezTo>
                  <a:cubicBezTo>
                    <a:pt x="0" y="111"/>
                    <a:pt x="23" y="117"/>
                    <a:pt x="46" y="117"/>
                  </a:cubicBezTo>
                  <a:cubicBezTo>
                    <a:pt x="68" y="117"/>
                    <a:pt x="91" y="111"/>
                    <a:pt x="91" y="99"/>
                  </a:cubicBezTo>
                  <a:cubicBezTo>
                    <a:pt x="91" y="95"/>
                    <a:pt x="91" y="95"/>
                    <a:pt x="91" y="95"/>
                  </a:cubicBezTo>
                  <a:cubicBezTo>
                    <a:pt x="92" y="95"/>
                    <a:pt x="94" y="95"/>
                    <a:pt x="95" y="95"/>
                  </a:cubicBezTo>
                  <a:cubicBezTo>
                    <a:pt x="112" y="95"/>
                    <a:pt x="125" y="82"/>
                    <a:pt x="125" y="65"/>
                  </a:cubicBezTo>
                  <a:cubicBezTo>
                    <a:pt x="125" y="47"/>
                    <a:pt x="125" y="47"/>
                    <a:pt x="125" y="47"/>
                  </a:cubicBezTo>
                  <a:cubicBezTo>
                    <a:pt x="125" y="45"/>
                    <a:pt x="123" y="44"/>
                    <a:pt x="121" y="44"/>
                  </a:cubicBezTo>
                  <a:close/>
                  <a:moveTo>
                    <a:pt x="113" y="37"/>
                  </a:moveTo>
                  <a:cubicBezTo>
                    <a:pt x="113" y="44"/>
                    <a:pt x="113" y="44"/>
                    <a:pt x="113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37"/>
                    <a:pt x="106" y="37"/>
                    <a:pt x="106" y="37"/>
                  </a:cubicBezTo>
                  <a:cubicBezTo>
                    <a:pt x="106" y="31"/>
                    <a:pt x="101" y="26"/>
                    <a:pt x="95" y="26"/>
                  </a:cubicBezTo>
                  <a:cubicBezTo>
                    <a:pt x="89" y="26"/>
                    <a:pt x="84" y="31"/>
                    <a:pt x="84" y="37"/>
                  </a:cubicBezTo>
                  <a:cubicBezTo>
                    <a:pt x="84" y="44"/>
                    <a:pt x="84" y="44"/>
                    <a:pt x="84" y="44"/>
                  </a:cubicBezTo>
                  <a:cubicBezTo>
                    <a:pt x="77" y="44"/>
                    <a:pt x="77" y="44"/>
                    <a:pt x="77" y="44"/>
                  </a:cubicBezTo>
                  <a:cubicBezTo>
                    <a:pt x="77" y="37"/>
                    <a:pt x="77" y="37"/>
                    <a:pt x="77" y="37"/>
                  </a:cubicBezTo>
                  <a:cubicBezTo>
                    <a:pt x="77" y="27"/>
                    <a:pt x="85" y="19"/>
                    <a:pt x="95" y="19"/>
                  </a:cubicBezTo>
                  <a:cubicBezTo>
                    <a:pt x="105" y="19"/>
                    <a:pt x="113" y="27"/>
                    <a:pt x="113" y="37"/>
                  </a:cubicBezTo>
                  <a:close/>
                  <a:moveTo>
                    <a:pt x="98" y="44"/>
                  </a:moveTo>
                  <a:cubicBezTo>
                    <a:pt x="92" y="44"/>
                    <a:pt x="92" y="44"/>
                    <a:pt x="92" y="44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5"/>
                    <a:pt x="93" y="34"/>
                    <a:pt x="95" y="34"/>
                  </a:cubicBezTo>
                  <a:cubicBezTo>
                    <a:pt x="97" y="34"/>
                    <a:pt x="98" y="35"/>
                    <a:pt x="98" y="37"/>
                  </a:cubicBezTo>
                  <a:lnTo>
                    <a:pt x="98" y="44"/>
                  </a:lnTo>
                  <a:close/>
                  <a:moveTo>
                    <a:pt x="15" y="32"/>
                  </a:moveTo>
                  <a:cubicBezTo>
                    <a:pt x="23" y="35"/>
                    <a:pt x="34" y="37"/>
                    <a:pt x="46" y="37"/>
                  </a:cubicBezTo>
                  <a:cubicBezTo>
                    <a:pt x="54" y="37"/>
                    <a:pt x="63" y="36"/>
                    <a:pt x="70" y="34"/>
                  </a:cubicBezTo>
                  <a:cubicBezTo>
                    <a:pt x="70" y="35"/>
                    <a:pt x="70" y="36"/>
                    <a:pt x="70" y="37"/>
                  </a:cubicBezTo>
                  <a:cubicBezTo>
                    <a:pt x="70" y="44"/>
                    <a:pt x="70" y="44"/>
                    <a:pt x="70" y="44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7" y="44"/>
                    <a:pt x="65" y="45"/>
                    <a:pt x="65" y="47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59" y="55"/>
                    <a:pt x="52" y="56"/>
                    <a:pt x="46" y="56"/>
                  </a:cubicBezTo>
                  <a:cubicBezTo>
                    <a:pt x="35" y="56"/>
                    <a:pt x="25" y="55"/>
                    <a:pt x="17" y="52"/>
                  </a:cubicBezTo>
                  <a:cubicBezTo>
                    <a:pt x="11" y="50"/>
                    <a:pt x="8" y="47"/>
                    <a:pt x="8" y="45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10" y="30"/>
                    <a:pt x="12" y="31"/>
                    <a:pt x="15" y="32"/>
                  </a:cubicBezTo>
                  <a:close/>
                  <a:moveTo>
                    <a:pt x="8" y="72"/>
                  </a:moveTo>
                  <a:cubicBezTo>
                    <a:pt x="8" y="55"/>
                    <a:pt x="8" y="55"/>
                    <a:pt x="8" y="55"/>
                  </a:cubicBezTo>
                  <a:cubicBezTo>
                    <a:pt x="16" y="61"/>
                    <a:pt x="31" y="63"/>
                    <a:pt x="46" y="63"/>
                  </a:cubicBezTo>
                  <a:cubicBezTo>
                    <a:pt x="52" y="63"/>
                    <a:pt x="59" y="63"/>
                    <a:pt x="65" y="62"/>
                  </a:cubicBezTo>
                  <a:cubicBezTo>
                    <a:pt x="65" y="65"/>
                    <a:pt x="65" y="65"/>
                    <a:pt x="65" y="65"/>
                  </a:cubicBezTo>
                  <a:cubicBezTo>
                    <a:pt x="65" y="71"/>
                    <a:pt x="66" y="76"/>
                    <a:pt x="69" y="80"/>
                  </a:cubicBezTo>
                  <a:cubicBezTo>
                    <a:pt x="62" y="82"/>
                    <a:pt x="54" y="83"/>
                    <a:pt x="46" y="83"/>
                  </a:cubicBezTo>
                  <a:cubicBezTo>
                    <a:pt x="35" y="83"/>
                    <a:pt x="25" y="82"/>
                    <a:pt x="17" y="79"/>
                  </a:cubicBezTo>
                  <a:cubicBezTo>
                    <a:pt x="11" y="77"/>
                    <a:pt x="8" y="74"/>
                    <a:pt x="8" y="72"/>
                  </a:cubicBezTo>
                  <a:close/>
                  <a:moveTo>
                    <a:pt x="17" y="11"/>
                  </a:moveTo>
                  <a:cubicBezTo>
                    <a:pt x="25" y="8"/>
                    <a:pt x="35" y="7"/>
                    <a:pt x="46" y="7"/>
                  </a:cubicBezTo>
                  <a:cubicBezTo>
                    <a:pt x="56" y="7"/>
                    <a:pt x="65" y="8"/>
                    <a:pt x="73" y="11"/>
                  </a:cubicBezTo>
                  <a:cubicBezTo>
                    <a:pt x="77" y="12"/>
                    <a:pt x="80" y="14"/>
                    <a:pt x="82" y="15"/>
                  </a:cubicBezTo>
                  <a:cubicBezTo>
                    <a:pt x="78" y="18"/>
                    <a:pt x="75" y="21"/>
                    <a:pt x="72" y="26"/>
                  </a:cubicBezTo>
                  <a:cubicBezTo>
                    <a:pt x="65" y="28"/>
                    <a:pt x="56" y="29"/>
                    <a:pt x="46" y="29"/>
                  </a:cubicBezTo>
                  <a:cubicBezTo>
                    <a:pt x="35" y="29"/>
                    <a:pt x="25" y="28"/>
                    <a:pt x="17" y="25"/>
                  </a:cubicBezTo>
                  <a:cubicBezTo>
                    <a:pt x="11" y="23"/>
                    <a:pt x="8" y="20"/>
                    <a:pt x="8" y="18"/>
                  </a:cubicBezTo>
                  <a:cubicBezTo>
                    <a:pt x="8" y="16"/>
                    <a:pt x="11" y="13"/>
                    <a:pt x="17" y="11"/>
                  </a:cubicBezTo>
                  <a:close/>
                  <a:moveTo>
                    <a:pt x="84" y="99"/>
                  </a:moveTo>
                  <a:cubicBezTo>
                    <a:pt x="84" y="101"/>
                    <a:pt x="81" y="104"/>
                    <a:pt x="74" y="106"/>
                  </a:cubicBezTo>
                  <a:cubicBezTo>
                    <a:pt x="66" y="109"/>
                    <a:pt x="56" y="110"/>
                    <a:pt x="46" y="110"/>
                  </a:cubicBezTo>
                  <a:cubicBezTo>
                    <a:pt x="35" y="110"/>
                    <a:pt x="25" y="109"/>
                    <a:pt x="17" y="106"/>
                  </a:cubicBezTo>
                  <a:cubicBezTo>
                    <a:pt x="11" y="104"/>
                    <a:pt x="8" y="101"/>
                    <a:pt x="8" y="99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16" y="88"/>
                    <a:pt x="31" y="90"/>
                    <a:pt x="46" y="90"/>
                  </a:cubicBezTo>
                  <a:cubicBezTo>
                    <a:pt x="56" y="90"/>
                    <a:pt x="66" y="89"/>
                    <a:pt x="74" y="87"/>
                  </a:cubicBezTo>
                  <a:cubicBezTo>
                    <a:pt x="77" y="89"/>
                    <a:pt x="80" y="91"/>
                    <a:pt x="84" y="93"/>
                  </a:cubicBezTo>
                  <a:lnTo>
                    <a:pt x="84" y="99"/>
                  </a:lnTo>
                  <a:close/>
                  <a:moveTo>
                    <a:pt x="118" y="65"/>
                  </a:moveTo>
                  <a:cubicBezTo>
                    <a:pt x="118" y="78"/>
                    <a:pt x="107" y="88"/>
                    <a:pt x="95" y="88"/>
                  </a:cubicBezTo>
                  <a:cubicBezTo>
                    <a:pt x="93" y="88"/>
                    <a:pt x="90" y="87"/>
                    <a:pt x="88" y="87"/>
                  </a:cubicBezTo>
                  <a:cubicBezTo>
                    <a:pt x="79" y="84"/>
                    <a:pt x="72" y="75"/>
                    <a:pt x="72" y="65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118" y="51"/>
                    <a:pt x="118" y="51"/>
                    <a:pt x="118" y="51"/>
                  </a:cubicBezTo>
                  <a:lnTo>
                    <a:pt x="118" y="65"/>
                  </a:lnTo>
                  <a:close/>
                  <a:moveTo>
                    <a:pt x="118" y="65"/>
                  </a:moveTo>
                  <a:cubicBezTo>
                    <a:pt x="118" y="65"/>
                    <a:pt x="118" y="65"/>
                    <a:pt x="118" y="6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090;p81">
              <a:extLst>
                <a:ext uri="{FF2B5EF4-FFF2-40B4-BE49-F238E27FC236}">
                  <a16:creationId xmlns:a16="http://schemas.microsoft.com/office/drawing/2014/main" id="{72860106-414F-E8D1-45AA-D9A0DEA51E0B}"/>
                </a:ext>
              </a:extLst>
            </p:cNvPr>
            <p:cNvSpPr/>
            <p:nvPr/>
          </p:nvSpPr>
          <p:spPr>
            <a:xfrm>
              <a:off x="2022403" y="4447122"/>
              <a:ext cx="22090" cy="4185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4" y="15"/>
                  </a:moveTo>
                  <a:cubicBezTo>
                    <a:pt x="6" y="15"/>
                    <a:pt x="8" y="14"/>
                    <a:pt x="8" y="12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4"/>
                    <a:pt x="2" y="15"/>
                    <a:pt x="4" y="15"/>
                  </a:cubicBezTo>
                  <a:close/>
                  <a:moveTo>
                    <a:pt x="4" y="15"/>
                  </a:moveTo>
                  <a:cubicBezTo>
                    <a:pt x="4" y="15"/>
                    <a:pt x="4" y="15"/>
                    <a:pt x="4" y="1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oogle Shape;2013;p81">
            <a:extLst>
              <a:ext uri="{FF2B5EF4-FFF2-40B4-BE49-F238E27FC236}">
                <a16:creationId xmlns:a16="http://schemas.microsoft.com/office/drawing/2014/main" id="{9BC32F00-A771-2C5B-DB70-0F123E6CCB7F}"/>
              </a:ext>
            </a:extLst>
          </p:cNvPr>
          <p:cNvGrpSpPr/>
          <p:nvPr/>
        </p:nvGrpSpPr>
        <p:grpSpPr>
          <a:xfrm>
            <a:off x="831291" y="4002233"/>
            <a:ext cx="325530" cy="326695"/>
            <a:chOff x="6961158" y="2955489"/>
            <a:chExt cx="325530" cy="326695"/>
          </a:xfrm>
        </p:grpSpPr>
        <p:sp>
          <p:nvSpPr>
            <p:cNvPr id="19" name="Google Shape;2014;p81">
              <a:extLst>
                <a:ext uri="{FF2B5EF4-FFF2-40B4-BE49-F238E27FC236}">
                  <a16:creationId xmlns:a16="http://schemas.microsoft.com/office/drawing/2014/main" id="{600D19DF-D7B8-A089-A7BD-97234B503621}"/>
                </a:ext>
              </a:extLst>
            </p:cNvPr>
            <p:cNvSpPr/>
            <p:nvPr/>
          </p:nvSpPr>
          <p:spPr>
            <a:xfrm>
              <a:off x="6961158" y="2955489"/>
              <a:ext cx="325530" cy="326695"/>
            </a:xfrm>
            <a:custGeom>
              <a:avLst/>
              <a:gdLst/>
              <a:ahLst/>
              <a:cxnLst/>
              <a:rect l="l" t="t" r="r" b="b"/>
              <a:pathLst>
                <a:path w="118" h="118" extrusionOk="0">
                  <a:moveTo>
                    <a:pt x="118" y="23"/>
                  </a:moveTo>
                  <a:cubicBezTo>
                    <a:pt x="118" y="22"/>
                    <a:pt x="118" y="21"/>
                    <a:pt x="117" y="20"/>
                  </a:cubicBezTo>
                  <a:cubicBezTo>
                    <a:pt x="117" y="20"/>
                    <a:pt x="98" y="1"/>
                    <a:pt x="98" y="1"/>
                  </a:cubicBezTo>
                  <a:cubicBezTo>
                    <a:pt x="98" y="0"/>
                    <a:pt x="97" y="0"/>
                    <a:pt x="97" y="0"/>
                  </a:cubicBezTo>
                  <a:cubicBezTo>
                    <a:pt x="96" y="0"/>
                    <a:pt x="96" y="0"/>
                    <a:pt x="9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16"/>
                    <a:pt x="2" y="118"/>
                    <a:pt x="4" y="118"/>
                  </a:cubicBezTo>
                  <a:cubicBezTo>
                    <a:pt x="115" y="118"/>
                    <a:pt x="115" y="118"/>
                    <a:pt x="115" y="118"/>
                  </a:cubicBezTo>
                  <a:cubicBezTo>
                    <a:pt x="117" y="118"/>
                    <a:pt x="118" y="116"/>
                    <a:pt x="118" y="114"/>
                  </a:cubicBezTo>
                  <a:cubicBezTo>
                    <a:pt x="118" y="114"/>
                    <a:pt x="118" y="23"/>
                    <a:pt x="118" y="23"/>
                  </a:cubicBezTo>
                  <a:close/>
                  <a:moveTo>
                    <a:pt x="99" y="12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99" y="19"/>
                    <a:pt x="99" y="19"/>
                    <a:pt x="99" y="19"/>
                  </a:cubicBezTo>
                  <a:lnTo>
                    <a:pt x="99" y="12"/>
                  </a:lnTo>
                  <a:close/>
                  <a:moveTo>
                    <a:pt x="7" y="111"/>
                  </a:moveTo>
                  <a:cubicBezTo>
                    <a:pt x="7" y="7"/>
                    <a:pt x="7" y="7"/>
                    <a:pt x="7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23"/>
                    <a:pt x="92" y="23"/>
                    <a:pt x="92" y="23"/>
                  </a:cubicBezTo>
                  <a:cubicBezTo>
                    <a:pt x="92" y="24"/>
                    <a:pt x="94" y="26"/>
                    <a:pt x="95" y="26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1" y="111"/>
                    <a:pt x="111" y="111"/>
                    <a:pt x="111" y="111"/>
                  </a:cubicBezTo>
                  <a:lnTo>
                    <a:pt x="7" y="111"/>
                  </a:lnTo>
                  <a:close/>
                  <a:moveTo>
                    <a:pt x="7" y="111"/>
                  </a:moveTo>
                  <a:cubicBezTo>
                    <a:pt x="7" y="111"/>
                    <a:pt x="7" y="111"/>
                    <a:pt x="7" y="11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15;p81">
              <a:extLst>
                <a:ext uri="{FF2B5EF4-FFF2-40B4-BE49-F238E27FC236}">
                  <a16:creationId xmlns:a16="http://schemas.microsoft.com/office/drawing/2014/main" id="{EE7D476E-F622-CB9D-28AE-B03EA221824C}"/>
                </a:ext>
              </a:extLst>
            </p:cNvPr>
            <p:cNvSpPr/>
            <p:nvPr/>
          </p:nvSpPr>
          <p:spPr>
            <a:xfrm>
              <a:off x="6999523" y="2993856"/>
              <a:ext cx="248798" cy="248799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87" y="81"/>
                  </a:moveTo>
                  <a:cubicBezTo>
                    <a:pt x="9" y="81"/>
                    <a:pt x="9" y="81"/>
                    <a:pt x="9" y="81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1"/>
                    <a:pt x="7" y="0"/>
                    <a:pt x="6" y="0"/>
                  </a:cubicBezTo>
                  <a:cubicBezTo>
                    <a:pt x="4" y="0"/>
                    <a:pt x="2" y="1"/>
                    <a:pt x="2" y="3"/>
                  </a:cubicBezTo>
                  <a:cubicBezTo>
                    <a:pt x="2" y="81"/>
                    <a:pt x="2" y="81"/>
                    <a:pt x="2" y="81"/>
                  </a:cubicBezTo>
                  <a:cubicBezTo>
                    <a:pt x="1" y="82"/>
                    <a:pt x="0" y="83"/>
                    <a:pt x="0" y="85"/>
                  </a:cubicBezTo>
                  <a:cubicBezTo>
                    <a:pt x="0" y="86"/>
                    <a:pt x="1" y="87"/>
                    <a:pt x="2" y="88"/>
                  </a:cubicBezTo>
                  <a:cubicBezTo>
                    <a:pt x="3" y="89"/>
                    <a:pt x="4" y="90"/>
                    <a:pt x="6" y="90"/>
                  </a:cubicBezTo>
                  <a:cubicBezTo>
                    <a:pt x="7" y="90"/>
                    <a:pt x="8" y="89"/>
                    <a:pt x="9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89" y="88"/>
                    <a:pt x="90" y="86"/>
                    <a:pt x="90" y="85"/>
                  </a:cubicBezTo>
                  <a:cubicBezTo>
                    <a:pt x="90" y="83"/>
                    <a:pt x="89" y="81"/>
                    <a:pt x="87" y="81"/>
                  </a:cubicBezTo>
                  <a:close/>
                  <a:moveTo>
                    <a:pt x="87" y="81"/>
                  </a:moveTo>
                  <a:cubicBezTo>
                    <a:pt x="87" y="81"/>
                    <a:pt x="87" y="81"/>
                    <a:pt x="87" y="8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016;p81">
              <a:extLst>
                <a:ext uri="{FF2B5EF4-FFF2-40B4-BE49-F238E27FC236}">
                  <a16:creationId xmlns:a16="http://schemas.microsoft.com/office/drawing/2014/main" id="{CAAE08BA-4B9E-A73E-34CC-1139FDA58874}"/>
                </a:ext>
              </a:extLst>
            </p:cNvPr>
            <p:cNvSpPr/>
            <p:nvPr/>
          </p:nvSpPr>
          <p:spPr>
            <a:xfrm>
              <a:off x="7043702" y="3039197"/>
              <a:ext cx="160440" cy="159278"/>
            </a:xfrm>
            <a:custGeom>
              <a:avLst/>
              <a:gdLst/>
              <a:ahLst/>
              <a:cxnLst/>
              <a:rect l="l" t="t" r="r" b="b"/>
              <a:pathLst>
                <a:path w="58" h="58" extrusionOk="0">
                  <a:moveTo>
                    <a:pt x="44" y="9"/>
                  </a:moveTo>
                  <a:cubicBezTo>
                    <a:pt x="1" y="52"/>
                    <a:pt x="1" y="52"/>
                    <a:pt x="1" y="52"/>
                  </a:cubicBezTo>
                  <a:cubicBezTo>
                    <a:pt x="0" y="54"/>
                    <a:pt x="0" y="56"/>
                    <a:pt x="1" y="57"/>
                  </a:cubicBezTo>
                  <a:cubicBezTo>
                    <a:pt x="2" y="58"/>
                    <a:pt x="2" y="58"/>
                    <a:pt x="3" y="58"/>
                  </a:cubicBezTo>
                  <a:cubicBezTo>
                    <a:pt x="4" y="58"/>
                    <a:pt x="5" y="58"/>
                    <a:pt x="6" y="57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6"/>
                    <a:pt x="50" y="17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7"/>
                    <a:pt x="55" y="16"/>
                    <a:pt x="56" y="1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8" y="3"/>
                    <a:pt x="58" y="2"/>
                    <a:pt x="57" y="1"/>
                  </a:cubicBezTo>
                  <a:cubicBezTo>
                    <a:pt x="56" y="0"/>
                    <a:pt x="55" y="0"/>
                    <a:pt x="54" y="0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1" y="2"/>
                    <a:pt x="40" y="4"/>
                    <a:pt x="41" y="6"/>
                  </a:cubicBezTo>
                  <a:cubicBezTo>
                    <a:pt x="41" y="8"/>
                    <a:pt x="42" y="9"/>
                    <a:pt x="44" y="9"/>
                  </a:cubicBezTo>
                  <a:close/>
                  <a:moveTo>
                    <a:pt x="44" y="9"/>
                  </a:moveTo>
                  <a:cubicBezTo>
                    <a:pt x="44" y="9"/>
                    <a:pt x="44" y="9"/>
                    <a:pt x="44" y="9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017;p81">
              <a:extLst>
                <a:ext uri="{FF2B5EF4-FFF2-40B4-BE49-F238E27FC236}">
                  <a16:creationId xmlns:a16="http://schemas.microsoft.com/office/drawing/2014/main" id="{9534ADAE-D0C2-7F8A-02B1-0B814615D5D2}"/>
                </a:ext>
              </a:extLst>
            </p:cNvPr>
            <p:cNvSpPr/>
            <p:nvPr/>
          </p:nvSpPr>
          <p:spPr>
            <a:xfrm>
              <a:off x="7061142" y="3033384"/>
              <a:ext cx="18602" cy="18602"/>
            </a:xfrm>
            <a:custGeom>
              <a:avLst/>
              <a:gdLst/>
              <a:ahLst/>
              <a:cxnLst/>
              <a:rect l="l" t="t" r="r" b="b"/>
              <a:pathLst>
                <a:path w="7" h="7" extrusionOk="0">
                  <a:moveTo>
                    <a:pt x="7" y="4"/>
                  </a:moveTo>
                  <a:cubicBezTo>
                    <a:pt x="7" y="6"/>
                    <a:pt x="5" y="7"/>
                    <a:pt x="3" y="7"/>
                  </a:cubicBezTo>
                  <a:cubicBezTo>
                    <a:pt x="1" y="7"/>
                    <a:pt x="0" y="6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7" y="2"/>
                    <a:pt x="7" y="4"/>
                  </a:cubicBezTo>
                  <a:close/>
                  <a:moveTo>
                    <a:pt x="7" y="4"/>
                  </a:moveTo>
                  <a:cubicBezTo>
                    <a:pt x="7" y="4"/>
                    <a:pt x="7" y="4"/>
                    <a:pt x="7" y="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018;p81">
              <a:extLst>
                <a:ext uri="{FF2B5EF4-FFF2-40B4-BE49-F238E27FC236}">
                  <a16:creationId xmlns:a16="http://schemas.microsoft.com/office/drawing/2014/main" id="{031B79FD-D595-852B-F0FB-4CB35BDA3C69}"/>
                </a:ext>
              </a:extLst>
            </p:cNvPr>
            <p:cNvSpPr/>
            <p:nvPr/>
          </p:nvSpPr>
          <p:spPr>
            <a:xfrm>
              <a:off x="7115784" y="3035710"/>
              <a:ext cx="19765" cy="19765"/>
            </a:xfrm>
            <a:custGeom>
              <a:avLst/>
              <a:gdLst/>
              <a:ahLst/>
              <a:cxnLst/>
              <a:rect l="l" t="t" r="r" b="b"/>
              <a:pathLst>
                <a:path w="7" h="7" extrusionOk="0">
                  <a:moveTo>
                    <a:pt x="7" y="3"/>
                  </a:moveTo>
                  <a:cubicBezTo>
                    <a:pt x="7" y="5"/>
                    <a:pt x="5" y="7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7" y="1"/>
                    <a:pt x="7" y="3"/>
                  </a:cubicBezTo>
                  <a:close/>
                  <a:moveTo>
                    <a:pt x="7" y="3"/>
                  </a:moveTo>
                  <a:cubicBezTo>
                    <a:pt x="7" y="3"/>
                    <a:pt x="7" y="3"/>
                    <a:pt x="7" y="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019;p81">
              <a:extLst>
                <a:ext uri="{FF2B5EF4-FFF2-40B4-BE49-F238E27FC236}">
                  <a16:creationId xmlns:a16="http://schemas.microsoft.com/office/drawing/2014/main" id="{E7F233D3-F99B-334F-9DB4-E76892AF0DE6}"/>
                </a:ext>
              </a:extLst>
            </p:cNvPr>
            <p:cNvSpPr/>
            <p:nvPr/>
          </p:nvSpPr>
          <p:spPr>
            <a:xfrm>
              <a:off x="7091370" y="3077564"/>
              <a:ext cx="18602" cy="18602"/>
            </a:xfrm>
            <a:custGeom>
              <a:avLst/>
              <a:gdLst/>
              <a:ahLst/>
              <a:cxnLst/>
              <a:rect l="l" t="t" r="r" b="b"/>
              <a:pathLst>
                <a:path w="7" h="7" extrusionOk="0">
                  <a:moveTo>
                    <a:pt x="7" y="4"/>
                  </a:moveTo>
                  <a:cubicBezTo>
                    <a:pt x="7" y="6"/>
                    <a:pt x="6" y="7"/>
                    <a:pt x="4" y="7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7" y="2"/>
                    <a:pt x="7" y="4"/>
                  </a:cubicBezTo>
                  <a:close/>
                  <a:moveTo>
                    <a:pt x="7" y="4"/>
                  </a:moveTo>
                  <a:cubicBezTo>
                    <a:pt x="7" y="4"/>
                    <a:pt x="7" y="4"/>
                    <a:pt x="7" y="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020;p81">
              <a:extLst>
                <a:ext uri="{FF2B5EF4-FFF2-40B4-BE49-F238E27FC236}">
                  <a16:creationId xmlns:a16="http://schemas.microsoft.com/office/drawing/2014/main" id="{1D97E90A-C213-C2F8-A4AC-B174D9E453B7}"/>
                </a:ext>
              </a:extLst>
            </p:cNvPr>
            <p:cNvSpPr/>
            <p:nvPr/>
          </p:nvSpPr>
          <p:spPr>
            <a:xfrm>
              <a:off x="7162288" y="3113604"/>
              <a:ext cx="19765" cy="18602"/>
            </a:xfrm>
            <a:custGeom>
              <a:avLst/>
              <a:gdLst/>
              <a:ahLst/>
              <a:cxnLst/>
              <a:rect l="l" t="t" r="r" b="b"/>
              <a:pathLst>
                <a:path w="7" h="7" extrusionOk="0">
                  <a:moveTo>
                    <a:pt x="7" y="3"/>
                  </a:moveTo>
                  <a:cubicBezTo>
                    <a:pt x="7" y="5"/>
                    <a:pt x="5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5" y="0"/>
                    <a:pt x="7" y="1"/>
                    <a:pt x="7" y="3"/>
                  </a:cubicBezTo>
                  <a:close/>
                  <a:moveTo>
                    <a:pt x="7" y="3"/>
                  </a:moveTo>
                  <a:cubicBezTo>
                    <a:pt x="7" y="3"/>
                    <a:pt x="7" y="3"/>
                    <a:pt x="7" y="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021;p81">
              <a:extLst>
                <a:ext uri="{FF2B5EF4-FFF2-40B4-BE49-F238E27FC236}">
                  <a16:creationId xmlns:a16="http://schemas.microsoft.com/office/drawing/2014/main" id="{49AD0CEE-E31F-091C-BE25-C2701CEBCC80}"/>
                </a:ext>
              </a:extLst>
            </p:cNvPr>
            <p:cNvSpPr/>
            <p:nvPr/>
          </p:nvSpPr>
          <p:spPr>
            <a:xfrm>
              <a:off x="7192516" y="3132206"/>
              <a:ext cx="19765" cy="19765"/>
            </a:xfrm>
            <a:custGeom>
              <a:avLst/>
              <a:gdLst/>
              <a:ahLst/>
              <a:cxnLst/>
              <a:rect l="l" t="t" r="r" b="b"/>
              <a:pathLst>
                <a:path w="7" h="7" extrusionOk="0">
                  <a:moveTo>
                    <a:pt x="7" y="3"/>
                  </a:moveTo>
                  <a:cubicBezTo>
                    <a:pt x="7" y="5"/>
                    <a:pt x="6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lose/>
                  <a:moveTo>
                    <a:pt x="7" y="3"/>
                  </a:moveTo>
                  <a:cubicBezTo>
                    <a:pt x="7" y="3"/>
                    <a:pt x="7" y="3"/>
                    <a:pt x="7" y="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022;p81">
              <a:extLst>
                <a:ext uri="{FF2B5EF4-FFF2-40B4-BE49-F238E27FC236}">
                  <a16:creationId xmlns:a16="http://schemas.microsoft.com/office/drawing/2014/main" id="{096A50AB-EAB8-0778-F300-3F7DC9C8ACF3}"/>
                </a:ext>
              </a:extLst>
            </p:cNvPr>
            <p:cNvSpPr/>
            <p:nvPr/>
          </p:nvSpPr>
          <p:spPr>
            <a:xfrm>
              <a:off x="7179728" y="3176386"/>
              <a:ext cx="18602" cy="19765"/>
            </a:xfrm>
            <a:custGeom>
              <a:avLst/>
              <a:gdLst/>
              <a:ahLst/>
              <a:cxnLst/>
              <a:rect l="l" t="t" r="r" b="b"/>
              <a:pathLst>
                <a:path w="7" h="7" extrusionOk="0">
                  <a:moveTo>
                    <a:pt x="7" y="3"/>
                  </a:moveTo>
                  <a:cubicBezTo>
                    <a:pt x="7" y="5"/>
                    <a:pt x="6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7" y="2"/>
                    <a:pt x="7" y="3"/>
                  </a:cubicBezTo>
                  <a:close/>
                  <a:moveTo>
                    <a:pt x="7" y="3"/>
                  </a:moveTo>
                  <a:cubicBezTo>
                    <a:pt x="7" y="3"/>
                    <a:pt x="7" y="3"/>
                    <a:pt x="7" y="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023;p81">
              <a:extLst>
                <a:ext uri="{FF2B5EF4-FFF2-40B4-BE49-F238E27FC236}">
                  <a16:creationId xmlns:a16="http://schemas.microsoft.com/office/drawing/2014/main" id="{CB166C8D-1602-696E-9F35-23C387C80566}"/>
                </a:ext>
              </a:extLst>
            </p:cNvPr>
            <p:cNvSpPr/>
            <p:nvPr/>
          </p:nvSpPr>
          <p:spPr>
            <a:xfrm>
              <a:off x="7143686" y="3157784"/>
              <a:ext cx="18602" cy="18602"/>
            </a:xfrm>
            <a:custGeom>
              <a:avLst/>
              <a:gdLst/>
              <a:ahLst/>
              <a:cxnLst/>
              <a:rect l="l" t="t" r="r" b="b"/>
              <a:pathLst>
                <a:path w="7" h="7" extrusionOk="0">
                  <a:moveTo>
                    <a:pt x="7" y="4"/>
                  </a:moveTo>
                  <a:cubicBezTo>
                    <a:pt x="7" y="6"/>
                    <a:pt x="5" y="7"/>
                    <a:pt x="3" y="7"/>
                  </a:cubicBezTo>
                  <a:cubicBezTo>
                    <a:pt x="1" y="7"/>
                    <a:pt x="0" y="6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7" y="2"/>
                    <a:pt x="7" y="4"/>
                  </a:cubicBezTo>
                  <a:close/>
                  <a:moveTo>
                    <a:pt x="7" y="4"/>
                  </a:moveTo>
                  <a:cubicBezTo>
                    <a:pt x="7" y="4"/>
                    <a:pt x="7" y="4"/>
                    <a:pt x="7" y="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024;p81">
              <a:extLst>
                <a:ext uri="{FF2B5EF4-FFF2-40B4-BE49-F238E27FC236}">
                  <a16:creationId xmlns:a16="http://schemas.microsoft.com/office/drawing/2014/main" id="{7DC31CDE-FFD5-284D-EC8A-76B8486497EE}"/>
                </a:ext>
              </a:extLst>
            </p:cNvPr>
            <p:cNvSpPr/>
            <p:nvPr/>
          </p:nvSpPr>
          <p:spPr>
            <a:xfrm>
              <a:off x="7101833" y="3179874"/>
              <a:ext cx="19765" cy="18602"/>
            </a:xfrm>
            <a:custGeom>
              <a:avLst/>
              <a:gdLst/>
              <a:ahLst/>
              <a:cxnLst/>
              <a:rect l="l" t="t" r="r" b="b"/>
              <a:pathLst>
                <a:path w="7" h="7" extrusionOk="0">
                  <a:moveTo>
                    <a:pt x="7" y="4"/>
                  </a:moveTo>
                  <a:cubicBezTo>
                    <a:pt x="7" y="6"/>
                    <a:pt x="5" y="7"/>
                    <a:pt x="3" y="7"/>
                  </a:cubicBezTo>
                  <a:cubicBezTo>
                    <a:pt x="1" y="7"/>
                    <a:pt x="0" y="6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7" y="2"/>
                    <a:pt x="7" y="4"/>
                  </a:cubicBezTo>
                  <a:close/>
                  <a:moveTo>
                    <a:pt x="7" y="4"/>
                  </a:moveTo>
                  <a:cubicBezTo>
                    <a:pt x="7" y="4"/>
                    <a:pt x="7" y="4"/>
                    <a:pt x="7" y="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025;p81">
              <a:extLst>
                <a:ext uri="{FF2B5EF4-FFF2-40B4-BE49-F238E27FC236}">
                  <a16:creationId xmlns:a16="http://schemas.microsoft.com/office/drawing/2014/main" id="{F3185A89-45E9-ACC1-D6FB-334CD7E1497A}"/>
                </a:ext>
              </a:extLst>
            </p:cNvPr>
            <p:cNvSpPr/>
            <p:nvPr/>
          </p:nvSpPr>
          <p:spPr>
            <a:xfrm>
              <a:off x="7043702" y="3083376"/>
              <a:ext cx="19765" cy="18602"/>
            </a:xfrm>
            <a:custGeom>
              <a:avLst/>
              <a:gdLst/>
              <a:ahLst/>
              <a:cxnLst/>
              <a:rect l="l" t="t" r="r" b="b"/>
              <a:pathLst>
                <a:path w="7" h="7" extrusionOk="0">
                  <a:moveTo>
                    <a:pt x="7" y="3"/>
                  </a:moveTo>
                  <a:cubicBezTo>
                    <a:pt x="7" y="5"/>
                    <a:pt x="5" y="7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7" y="1"/>
                    <a:pt x="7" y="3"/>
                  </a:cubicBezTo>
                  <a:close/>
                  <a:moveTo>
                    <a:pt x="7" y="3"/>
                  </a:moveTo>
                  <a:cubicBezTo>
                    <a:pt x="7" y="3"/>
                    <a:pt x="7" y="3"/>
                    <a:pt x="7" y="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2026;p81">
              <a:extLst>
                <a:ext uri="{FF2B5EF4-FFF2-40B4-BE49-F238E27FC236}">
                  <a16:creationId xmlns:a16="http://schemas.microsoft.com/office/drawing/2014/main" id="{99D33069-06AF-B575-0C86-110BCAB7A669}"/>
                </a:ext>
              </a:extLst>
            </p:cNvPr>
            <p:cNvSpPr/>
            <p:nvPr/>
          </p:nvSpPr>
          <p:spPr>
            <a:xfrm>
              <a:off x="7043702" y="3127556"/>
              <a:ext cx="19765" cy="18602"/>
            </a:xfrm>
            <a:custGeom>
              <a:avLst/>
              <a:gdLst/>
              <a:ahLst/>
              <a:cxnLst/>
              <a:rect l="l" t="t" r="r" b="b"/>
              <a:pathLst>
                <a:path w="7" h="7" extrusionOk="0">
                  <a:moveTo>
                    <a:pt x="7" y="3"/>
                  </a:moveTo>
                  <a:cubicBezTo>
                    <a:pt x="7" y="5"/>
                    <a:pt x="5" y="7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7" y="1"/>
                    <a:pt x="7" y="3"/>
                  </a:cubicBezTo>
                  <a:close/>
                  <a:moveTo>
                    <a:pt x="7" y="3"/>
                  </a:moveTo>
                  <a:cubicBezTo>
                    <a:pt x="7" y="3"/>
                    <a:pt x="7" y="3"/>
                    <a:pt x="7" y="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" name="Google Shape;2046;p81">
            <a:extLst>
              <a:ext uri="{FF2B5EF4-FFF2-40B4-BE49-F238E27FC236}">
                <a16:creationId xmlns:a16="http://schemas.microsoft.com/office/drawing/2014/main" id="{619AFDCC-43B7-7622-22C0-3575804DD78B}"/>
              </a:ext>
            </a:extLst>
          </p:cNvPr>
          <p:cNvGrpSpPr/>
          <p:nvPr/>
        </p:nvGrpSpPr>
        <p:grpSpPr>
          <a:xfrm>
            <a:off x="801063" y="3593061"/>
            <a:ext cx="327855" cy="331345"/>
            <a:chOff x="2516511" y="3641431"/>
            <a:chExt cx="327855" cy="331345"/>
          </a:xfrm>
        </p:grpSpPr>
        <p:sp>
          <p:nvSpPr>
            <p:cNvPr id="33" name="Google Shape;2047;p81">
              <a:extLst>
                <a:ext uri="{FF2B5EF4-FFF2-40B4-BE49-F238E27FC236}">
                  <a16:creationId xmlns:a16="http://schemas.microsoft.com/office/drawing/2014/main" id="{6C78E95C-AF6C-0240-CBF8-C94593B47503}"/>
                </a:ext>
              </a:extLst>
            </p:cNvPr>
            <p:cNvSpPr/>
            <p:nvPr/>
          </p:nvSpPr>
          <p:spPr>
            <a:xfrm>
              <a:off x="2516511" y="3641431"/>
              <a:ext cx="327855" cy="331345"/>
            </a:xfrm>
            <a:custGeom>
              <a:avLst/>
              <a:gdLst/>
              <a:ahLst/>
              <a:cxnLst/>
              <a:rect l="l" t="t" r="r" b="b"/>
              <a:pathLst>
                <a:path w="119" h="120" extrusionOk="0">
                  <a:moveTo>
                    <a:pt x="116" y="50"/>
                  </a:moveTo>
                  <a:cubicBezTo>
                    <a:pt x="105" y="49"/>
                    <a:pt x="105" y="49"/>
                    <a:pt x="105" y="49"/>
                  </a:cubicBezTo>
                  <a:cubicBezTo>
                    <a:pt x="104" y="44"/>
                    <a:pt x="103" y="40"/>
                    <a:pt x="100" y="36"/>
                  </a:cubicBezTo>
                  <a:cubicBezTo>
                    <a:pt x="107" y="28"/>
                    <a:pt x="107" y="28"/>
                    <a:pt x="107" y="28"/>
                  </a:cubicBezTo>
                  <a:cubicBezTo>
                    <a:pt x="108" y="26"/>
                    <a:pt x="108" y="24"/>
                    <a:pt x="107" y="23"/>
                  </a:cubicBezTo>
                  <a:cubicBezTo>
                    <a:pt x="97" y="13"/>
                    <a:pt x="97" y="13"/>
                    <a:pt x="97" y="13"/>
                  </a:cubicBezTo>
                  <a:cubicBezTo>
                    <a:pt x="95" y="12"/>
                    <a:pt x="93" y="12"/>
                    <a:pt x="92" y="13"/>
                  </a:cubicBezTo>
                  <a:cubicBezTo>
                    <a:pt x="84" y="19"/>
                    <a:pt x="84" y="19"/>
                    <a:pt x="84" y="19"/>
                  </a:cubicBezTo>
                  <a:cubicBezTo>
                    <a:pt x="80" y="17"/>
                    <a:pt x="75" y="15"/>
                    <a:pt x="71" y="1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70" y="2"/>
                    <a:pt x="68" y="0"/>
                    <a:pt x="66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0" y="0"/>
                    <a:pt x="49" y="2"/>
                    <a:pt x="49" y="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3" y="15"/>
                    <a:pt x="39" y="17"/>
                    <a:pt x="35" y="19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5" y="12"/>
                    <a:pt x="23" y="12"/>
                    <a:pt x="22" y="1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4"/>
                    <a:pt x="11" y="26"/>
                    <a:pt x="12" y="28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6" y="40"/>
                    <a:pt x="14" y="44"/>
                    <a:pt x="13" y="49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1" y="50"/>
                    <a:pt x="0" y="51"/>
                    <a:pt x="0" y="53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69"/>
                    <a:pt x="1" y="70"/>
                    <a:pt x="3" y="71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6"/>
                    <a:pt x="16" y="81"/>
                    <a:pt x="18" y="85"/>
                  </a:cubicBezTo>
                  <a:cubicBezTo>
                    <a:pt x="12" y="93"/>
                    <a:pt x="12" y="93"/>
                    <a:pt x="12" y="93"/>
                  </a:cubicBezTo>
                  <a:cubicBezTo>
                    <a:pt x="11" y="94"/>
                    <a:pt x="11" y="96"/>
                    <a:pt x="12" y="97"/>
                  </a:cubicBezTo>
                  <a:cubicBezTo>
                    <a:pt x="22" y="107"/>
                    <a:pt x="22" y="107"/>
                    <a:pt x="22" y="107"/>
                  </a:cubicBezTo>
                  <a:cubicBezTo>
                    <a:pt x="23" y="109"/>
                    <a:pt x="25" y="109"/>
                    <a:pt x="27" y="108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9" y="103"/>
                    <a:pt x="43" y="105"/>
                    <a:pt x="48" y="106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9"/>
                    <a:pt x="50" y="120"/>
                    <a:pt x="52" y="120"/>
                  </a:cubicBezTo>
                  <a:cubicBezTo>
                    <a:pt x="66" y="120"/>
                    <a:pt x="66" y="120"/>
                    <a:pt x="66" y="120"/>
                  </a:cubicBezTo>
                  <a:cubicBezTo>
                    <a:pt x="68" y="120"/>
                    <a:pt x="70" y="119"/>
                    <a:pt x="70" y="117"/>
                  </a:cubicBezTo>
                  <a:cubicBezTo>
                    <a:pt x="71" y="106"/>
                    <a:pt x="71" y="106"/>
                    <a:pt x="71" y="106"/>
                  </a:cubicBezTo>
                  <a:cubicBezTo>
                    <a:pt x="75" y="105"/>
                    <a:pt x="80" y="103"/>
                    <a:pt x="84" y="101"/>
                  </a:cubicBezTo>
                  <a:cubicBezTo>
                    <a:pt x="92" y="108"/>
                    <a:pt x="92" y="108"/>
                    <a:pt x="92" y="108"/>
                  </a:cubicBezTo>
                  <a:cubicBezTo>
                    <a:pt x="93" y="109"/>
                    <a:pt x="95" y="109"/>
                    <a:pt x="97" y="107"/>
                  </a:cubicBezTo>
                  <a:cubicBezTo>
                    <a:pt x="107" y="97"/>
                    <a:pt x="107" y="97"/>
                    <a:pt x="107" y="97"/>
                  </a:cubicBezTo>
                  <a:cubicBezTo>
                    <a:pt x="108" y="96"/>
                    <a:pt x="108" y="94"/>
                    <a:pt x="107" y="93"/>
                  </a:cubicBezTo>
                  <a:cubicBezTo>
                    <a:pt x="100" y="85"/>
                    <a:pt x="100" y="85"/>
                    <a:pt x="100" y="85"/>
                  </a:cubicBezTo>
                  <a:cubicBezTo>
                    <a:pt x="103" y="81"/>
                    <a:pt x="104" y="76"/>
                    <a:pt x="105" y="72"/>
                  </a:cubicBezTo>
                  <a:cubicBezTo>
                    <a:pt x="116" y="71"/>
                    <a:pt x="116" y="71"/>
                    <a:pt x="116" y="71"/>
                  </a:cubicBezTo>
                  <a:cubicBezTo>
                    <a:pt x="118" y="70"/>
                    <a:pt x="119" y="69"/>
                    <a:pt x="119" y="67"/>
                  </a:cubicBezTo>
                  <a:cubicBezTo>
                    <a:pt x="119" y="53"/>
                    <a:pt x="119" y="53"/>
                    <a:pt x="119" y="53"/>
                  </a:cubicBezTo>
                  <a:cubicBezTo>
                    <a:pt x="119" y="51"/>
                    <a:pt x="118" y="50"/>
                    <a:pt x="116" y="50"/>
                  </a:cubicBezTo>
                  <a:close/>
                  <a:moveTo>
                    <a:pt x="112" y="64"/>
                  </a:moveTo>
                  <a:cubicBezTo>
                    <a:pt x="102" y="65"/>
                    <a:pt x="102" y="65"/>
                    <a:pt x="102" y="65"/>
                  </a:cubicBezTo>
                  <a:cubicBezTo>
                    <a:pt x="101" y="65"/>
                    <a:pt x="99" y="66"/>
                    <a:pt x="99" y="68"/>
                  </a:cubicBezTo>
                  <a:cubicBezTo>
                    <a:pt x="98" y="73"/>
                    <a:pt x="96" y="78"/>
                    <a:pt x="93" y="83"/>
                  </a:cubicBezTo>
                  <a:cubicBezTo>
                    <a:pt x="92" y="84"/>
                    <a:pt x="92" y="86"/>
                    <a:pt x="93" y="87"/>
                  </a:cubicBezTo>
                  <a:cubicBezTo>
                    <a:pt x="99" y="95"/>
                    <a:pt x="99" y="95"/>
                    <a:pt x="99" y="95"/>
                  </a:cubicBezTo>
                  <a:cubicBezTo>
                    <a:pt x="94" y="100"/>
                    <a:pt x="94" y="100"/>
                    <a:pt x="94" y="100"/>
                  </a:cubicBezTo>
                  <a:cubicBezTo>
                    <a:pt x="86" y="94"/>
                    <a:pt x="86" y="94"/>
                    <a:pt x="86" y="94"/>
                  </a:cubicBezTo>
                  <a:cubicBezTo>
                    <a:pt x="85" y="93"/>
                    <a:pt x="83" y="93"/>
                    <a:pt x="82" y="94"/>
                  </a:cubicBezTo>
                  <a:cubicBezTo>
                    <a:pt x="77" y="97"/>
                    <a:pt x="72" y="99"/>
                    <a:pt x="67" y="100"/>
                  </a:cubicBezTo>
                  <a:cubicBezTo>
                    <a:pt x="66" y="100"/>
                    <a:pt x="64" y="102"/>
                    <a:pt x="64" y="103"/>
                  </a:cubicBezTo>
                  <a:cubicBezTo>
                    <a:pt x="63" y="113"/>
                    <a:pt x="63" y="113"/>
                    <a:pt x="63" y="113"/>
                  </a:cubicBezTo>
                  <a:cubicBezTo>
                    <a:pt x="55" y="113"/>
                    <a:pt x="55" y="113"/>
                    <a:pt x="55" y="11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54" y="102"/>
                    <a:pt x="53" y="100"/>
                    <a:pt x="51" y="100"/>
                  </a:cubicBezTo>
                  <a:cubicBezTo>
                    <a:pt x="46" y="99"/>
                    <a:pt x="41" y="97"/>
                    <a:pt x="37" y="94"/>
                  </a:cubicBezTo>
                  <a:cubicBezTo>
                    <a:pt x="35" y="93"/>
                    <a:pt x="34" y="93"/>
                    <a:pt x="32" y="94"/>
                  </a:cubicBezTo>
                  <a:cubicBezTo>
                    <a:pt x="25" y="100"/>
                    <a:pt x="25" y="100"/>
                    <a:pt x="25" y="100"/>
                  </a:cubicBezTo>
                  <a:cubicBezTo>
                    <a:pt x="19" y="95"/>
                    <a:pt x="19" y="95"/>
                    <a:pt x="19" y="95"/>
                  </a:cubicBezTo>
                  <a:cubicBezTo>
                    <a:pt x="25" y="87"/>
                    <a:pt x="25" y="87"/>
                    <a:pt x="25" y="87"/>
                  </a:cubicBezTo>
                  <a:cubicBezTo>
                    <a:pt x="26" y="86"/>
                    <a:pt x="26" y="84"/>
                    <a:pt x="26" y="83"/>
                  </a:cubicBezTo>
                  <a:cubicBezTo>
                    <a:pt x="23" y="78"/>
                    <a:pt x="20" y="73"/>
                    <a:pt x="19" y="68"/>
                  </a:cubicBezTo>
                  <a:cubicBezTo>
                    <a:pt x="19" y="66"/>
                    <a:pt x="18" y="65"/>
                    <a:pt x="16" y="65"/>
                  </a:cubicBezTo>
                  <a:cubicBezTo>
                    <a:pt x="7" y="64"/>
                    <a:pt x="7" y="64"/>
                    <a:pt x="7" y="64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16" y="55"/>
                    <a:pt x="16" y="55"/>
                    <a:pt x="16" y="55"/>
                  </a:cubicBezTo>
                  <a:cubicBezTo>
                    <a:pt x="18" y="55"/>
                    <a:pt x="19" y="54"/>
                    <a:pt x="19" y="52"/>
                  </a:cubicBezTo>
                  <a:cubicBezTo>
                    <a:pt x="20" y="47"/>
                    <a:pt x="23" y="42"/>
                    <a:pt x="26" y="37"/>
                  </a:cubicBezTo>
                  <a:cubicBezTo>
                    <a:pt x="26" y="36"/>
                    <a:pt x="26" y="35"/>
                    <a:pt x="25" y="33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4" y="27"/>
                    <a:pt x="35" y="27"/>
                    <a:pt x="37" y="26"/>
                  </a:cubicBezTo>
                  <a:cubicBezTo>
                    <a:pt x="41" y="23"/>
                    <a:pt x="46" y="21"/>
                    <a:pt x="51" y="20"/>
                  </a:cubicBezTo>
                  <a:cubicBezTo>
                    <a:pt x="53" y="20"/>
                    <a:pt x="54" y="19"/>
                    <a:pt x="54" y="17"/>
                  </a:cubicBezTo>
                  <a:cubicBezTo>
                    <a:pt x="55" y="7"/>
                    <a:pt x="55" y="7"/>
                    <a:pt x="55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9"/>
                    <a:pt x="66" y="20"/>
                    <a:pt x="67" y="20"/>
                  </a:cubicBezTo>
                  <a:cubicBezTo>
                    <a:pt x="72" y="21"/>
                    <a:pt x="77" y="23"/>
                    <a:pt x="82" y="26"/>
                  </a:cubicBezTo>
                  <a:cubicBezTo>
                    <a:pt x="83" y="27"/>
                    <a:pt x="85" y="27"/>
                    <a:pt x="86" y="26"/>
                  </a:cubicBezTo>
                  <a:cubicBezTo>
                    <a:pt x="94" y="20"/>
                    <a:pt x="94" y="20"/>
                    <a:pt x="94" y="20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3" y="33"/>
                    <a:pt x="93" y="33"/>
                    <a:pt x="93" y="33"/>
                  </a:cubicBezTo>
                  <a:cubicBezTo>
                    <a:pt x="92" y="35"/>
                    <a:pt x="92" y="36"/>
                    <a:pt x="93" y="37"/>
                  </a:cubicBezTo>
                  <a:cubicBezTo>
                    <a:pt x="96" y="42"/>
                    <a:pt x="98" y="47"/>
                    <a:pt x="99" y="52"/>
                  </a:cubicBezTo>
                  <a:cubicBezTo>
                    <a:pt x="99" y="54"/>
                    <a:pt x="101" y="55"/>
                    <a:pt x="102" y="55"/>
                  </a:cubicBezTo>
                  <a:cubicBezTo>
                    <a:pt x="112" y="56"/>
                    <a:pt x="112" y="56"/>
                    <a:pt x="112" y="56"/>
                  </a:cubicBezTo>
                  <a:lnTo>
                    <a:pt x="112" y="64"/>
                  </a:lnTo>
                  <a:close/>
                  <a:moveTo>
                    <a:pt x="112" y="64"/>
                  </a:moveTo>
                  <a:cubicBezTo>
                    <a:pt x="112" y="64"/>
                    <a:pt x="112" y="64"/>
                    <a:pt x="112" y="6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2048;p81">
              <a:extLst>
                <a:ext uri="{FF2B5EF4-FFF2-40B4-BE49-F238E27FC236}">
                  <a16:creationId xmlns:a16="http://schemas.microsoft.com/office/drawing/2014/main" id="{C091B56E-C1F6-0DC6-ACF2-F27F4618AB67}"/>
                </a:ext>
              </a:extLst>
            </p:cNvPr>
            <p:cNvSpPr/>
            <p:nvPr/>
          </p:nvSpPr>
          <p:spPr>
            <a:xfrm>
              <a:off x="2593243" y="3762343"/>
              <a:ext cx="83708" cy="88359"/>
            </a:xfrm>
            <a:custGeom>
              <a:avLst/>
              <a:gdLst/>
              <a:ahLst/>
              <a:cxnLst/>
              <a:rect l="l" t="t" r="r" b="b"/>
              <a:pathLst>
                <a:path w="30" h="32" extrusionOk="0">
                  <a:moveTo>
                    <a:pt x="18" y="2"/>
                  </a:moveTo>
                  <a:cubicBezTo>
                    <a:pt x="18" y="1"/>
                    <a:pt x="16" y="0"/>
                    <a:pt x="15" y="0"/>
                  </a:cubicBezTo>
                  <a:cubicBezTo>
                    <a:pt x="13" y="0"/>
                    <a:pt x="12" y="1"/>
                    <a:pt x="11" y="2"/>
                  </a:cubicBezTo>
                  <a:cubicBezTo>
                    <a:pt x="11" y="2"/>
                    <a:pt x="0" y="27"/>
                    <a:pt x="0" y="27"/>
                  </a:cubicBezTo>
                  <a:cubicBezTo>
                    <a:pt x="0" y="29"/>
                    <a:pt x="0" y="31"/>
                    <a:pt x="2" y="32"/>
                  </a:cubicBezTo>
                  <a:cubicBezTo>
                    <a:pt x="3" y="32"/>
                    <a:pt x="3" y="32"/>
                    <a:pt x="4" y="32"/>
                  </a:cubicBezTo>
                  <a:cubicBezTo>
                    <a:pt x="5" y="32"/>
                    <a:pt x="6" y="31"/>
                    <a:pt x="7" y="3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3" y="31"/>
                    <a:pt x="24" y="32"/>
                    <a:pt x="26" y="32"/>
                  </a:cubicBezTo>
                  <a:cubicBezTo>
                    <a:pt x="26" y="32"/>
                    <a:pt x="27" y="32"/>
                    <a:pt x="27" y="32"/>
                  </a:cubicBezTo>
                  <a:cubicBezTo>
                    <a:pt x="29" y="31"/>
                    <a:pt x="30" y="29"/>
                    <a:pt x="29" y="27"/>
                  </a:cubicBezTo>
                  <a:cubicBezTo>
                    <a:pt x="29" y="27"/>
                    <a:pt x="18" y="2"/>
                    <a:pt x="18" y="2"/>
                  </a:cubicBezTo>
                  <a:close/>
                  <a:moveTo>
                    <a:pt x="11" y="19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8" y="19"/>
                    <a:pt x="18" y="19"/>
                    <a:pt x="18" y="19"/>
                  </a:cubicBezTo>
                  <a:lnTo>
                    <a:pt x="11" y="19"/>
                  </a:lnTo>
                  <a:close/>
                  <a:moveTo>
                    <a:pt x="11" y="19"/>
                  </a:moveTo>
                  <a:cubicBezTo>
                    <a:pt x="11" y="19"/>
                    <a:pt x="11" y="19"/>
                    <a:pt x="11" y="19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2049;p81">
              <a:extLst>
                <a:ext uri="{FF2B5EF4-FFF2-40B4-BE49-F238E27FC236}">
                  <a16:creationId xmlns:a16="http://schemas.microsoft.com/office/drawing/2014/main" id="{6F4885F3-E064-3A6A-41F6-2FF7CA4430A7}"/>
                </a:ext>
              </a:extLst>
            </p:cNvPr>
            <p:cNvSpPr/>
            <p:nvPr/>
          </p:nvSpPr>
          <p:spPr>
            <a:xfrm>
              <a:off x="2745545" y="3762343"/>
              <a:ext cx="19765" cy="88359"/>
            </a:xfrm>
            <a:custGeom>
              <a:avLst/>
              <a:gdLst/>
              <a:ahLst/>
              <a:cxnLst/>
              <a:rect l="l" t="t" r="r" b="b"/>
              <a:pathLst>
                <a:path w="7" h="32" extrusionOk="0">
                  <a:moveTo>
                    <a:pt x="4" y="0"/>
                  </a:moveTo>
                  <a:cubicBezTo>
                    <a:pt x="2" y="0"/>
                    <a:pt x="0" y="2"/>
                    <a:pt x="0" y="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0"/>
                    <a:pt x="2" y="32"/>
                    <a:pt x="4" y="32"/>
                  </a:cubicBezTo>
                  <a:cubicBezTo>
                    <a:pt x="6" y="32"/>
                    <a:pt x="7" y="30"/>
                    <a:pt x="7" y="29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2"/>
                    <a:pt x="6" y="0"/>
                    <a:pt x="4" y="0"/>
                  </a:cubicBezTo>
                  <a:close/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2050;p81">
              <a:extLst>
                <a:ext uri="{FF2B5EF4-FFF2-40B4-BE49-F238E27FC236}">
                  <a16:creationId xmlns:a16="http://schemas.microsoft.com/office/drawing/2014/main" id="{07195335-1659-082A-C5A9-B32032E18791}"/>
                </a:ext>
              </a:extLst>
            </p:cNvPr>
            <p:cNvSpPr/>
            <p:nvPr/>
          </p:nvSpPr>
          <p:spPr>
            <a:xfrm>
              <a:off x="2679276" y="3762343"/>
              <a:ext cx="60456" cy="88359"/>
            </a:xfrm>
            <a:custGeom>
              <a:avLst/>
              <a:gdLst/>
              <a:ahLst/>
              <a:cxnLst/>
              <a:rect l="l" t="t" r="r" b="b"/>
              <a:pathLst>
                <a:path w="22" h="32" extrusionOk="0">
                  <a:moveTo>
                    <a:pt x="1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1" y="2"/>
                    <a:pt x="0" y="3"/>
                    <a:pt x="0" y="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0"/>
                    <a:pt x="2" y="32"/>
                    <a:pt x="4" y="32"/>
                  </a:cubicBezTo>
                  <a:cubicBezTo>
                    <a:pt x="6" y="32"/>
                    <a:pt x="7" y="30"/>
                    <a:pt x="7" y="29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9" y="21"/>
                    <a:pt x="10" y="21"/>
                    <a:pt x="11" y="21"/>
                  </a:cubicBezTo>
                  <a:cubicBezTo>
                    <a:pt x="17" y="21"/>
                    <a:pt x="22" y="16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lose/>
                  <a:moveTo>
                    <a:pt x="11" y="14"/>
                  </a:moveTo>
                  <a:cubicBezTo>
                    <a:pt x="10" y="14"/>
                    <a:pt x="9" y="14"/>
                    <a:pt x="7" y="14"/>
                  </a:cubicBezTo>
                  <a:cubicBezTo>
                    <a:pt x="7" y="13"/>
                    <a:pt x="7" y="11"/>
                    <a:pt x="7" y="11"/>
                  </a:cubicBezTo>
                  <a:cubicBezTo>
                    <a:pt x="7" y="10"/>
                    <a:pt x="7" y="8"/>
                    <a:pt x="7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3" y="7"/>
                    <a:pt x="15" y="9"/>
                    <a:pt x="15" y="11"/>
                  </a:cubicBezTo>
                  <a:cubicBezTo>
                    <a:pt x="15" y="12"/>
                    <a:pt x="13" y="14"/>
                    <a:pt x="11" y="14"/>
                  </a:cubicBezTo>
                  <a:close/>
                  <a:moveTo>
                    <a:pt x="11" y="14"/>
                  </a:moveTo>
                  <a:cubicBezTo>
                    <a:pt x="11" y="14"/>
                    <a:pt x="11" y="14"/>
                    <a:pt x="11" y="1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" name="Google Shape;1426;p55">
            <a:extLst>
              <a:ext uri="{FF2B5EF4-FFF2-40B4-BE49-F238E27FC236}">
                <a16:creationId xmlns:a16="http://schemas.microsoft.com/office/drawing/2014/main" id="{386FE94A-B9ED-34AB-BC9C-733BC89158FE}"/>
              </a:ext>
            </a:extLst>
          </p:cNvPr>
          <p:cNvSpPr txBox="1">
            <a:spLocks/>
          </p:cNvSpPr>
          <p:nvPr/>
        </p:nvSpPr>
        <p:spPr>
          <a:xfrm>
            <a:off x="1326637" y="3472268"/>
            <a:ext cx="2679340" cy="575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sz="1200" b="1" dirty="0"/>
              <a:t>API’s: </a:t>
            </a:r>
            <a:r>
              <a:rPr lang="en-US" sz="1200"/>
              <a:t>REST </a:t>
            </a:r>
            <a:r>
              <a:rPr lang="en-US" sz="1200" dirty="0"/>
              <a:t>for </a:t>
            </a:r>
            <a:r>
              <a:rPr lang="en-US" sz="1200"/>
              <a:t>data ,</a:t>
            </a:r>
            <a:r>
              <a:rPr lang="en-US" sz="1200" err="1"/>
              <a:t>auth,documents,status</a:t>
            </a:r>
            <a:endParaRPr lang="en-US" sz="1200" dirty="0" err="1">
              <a:solidFill>
                <a:srgbClr val="000000"/>
              </a:solidFill>
            </a:endParaRPr>
          </a:p>
          <a:p>
            <a:pPr marL="0" indent="0">
              <a:lnSpc>
                <a:spcPct val="114999"/>
              </a:lnSpc>
            </a:pPr>
            <a:endParaRPr lang="en-US" sz="1200" b="1"/>
          </a:p>
        </p:txBody>
      </p:sp>
      <p:sp>
        <p:nvSpPr>
          <p:cNvPr id="49" name="Google Shape;1426;p55">
            <a:extLst>
              <a:ext uri="{FF2B5EF4-FFF2-40B4-BE49-F238E27FC236}">
                <a16:creationId xmlns:a16="http://schemas.microsoft.com/office/drawing/2014/main" id="{09158948-9A7E-53E7-CD49-1E386B351979}"/>
              </a:ext>
            </a:extLst>
          </p:cNvPr>
          <p:cNvSpPr txBox="1">
            <a:spLocks/>
          </p:cNvSpPr>
          <p:nvPr/>
        </p:nvSpPr>
        <p:spPr>
          <a:xfrm>
            <a:off x="1335232" y="3991063"/>
            <a:ext cx="3061507" cy="597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sz="1200" b="1" dirty="0"/>
              <a:t>Final Output:</a:t>
            </a:r>
            <a:r>
              <a:rPr lang="en-US" sz="1200" dirty="0"/>
              <a:t> Frontend -&gt; Backend -&gt; Database-&gt; Cloud.</a:t>
            </a:r>
          </a:p>
        </p:txBody>
      </p:sp>
      <p:grpSp>
        <p:nvGrpSpPr>
          <p:cNvPr id="50" name="Google Shape;2027;p81">
            <a:extLst>
              <a:ext uri="{FF2B5EF4-FFF2-40B4-BE49-F238E27FC236}">
                <a16:creationId xmlns:a16="http://schemas.microsoft.com/office/drawing/2014/main" id="{71A5EED7-C82A-D6D6-357A-88ABA2A14A9D}"/>
              </a:ext>
            </a:extLst>
          </p:cNvPr>
          <p:cNvGrpSpPr/>
          <p:nvPr/>
        </p:nvGrpSpPr>
        <p:grpSpPr>
          <a:xfrm>
            <a:off x="801063" y="1943655"/>
            <a:ext cx="339481" cy="311580"/>
            <a:chOff x="7761031" y="2961302"/>
            <a:chExt cx="339481" cy="311580"/>
          </a:xfrm>
        </p:grpSpPr>
        <p:sp>
          <p:nvSpPr>
            <p:cNvPr id="51" name="Google Shape;2028;p81">
              <a:extLst>
                <a:ext uri="{FF2B5EF4-FFF2-40B4-BE49-F238E27FC236}">
                  <a16:creationId xmlns:a16="http://schemas.microsoft.com/office/drawing/2014/main" id="{C0DCB473-31D9-BF53-03D4-1FE2611D7462}"/>
                </a:ext>
              </a:extLst>
            </p:cNvPr>
            <p:cNvSpPr/>
            <p:nvPr/>
          </p:nvSpPr>
          <p:spPr>
            <a:xfrm>
              <a:off x="7761031" y="2961302"/>
              <a:ext cx="339481" cy="311580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112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0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9"/>
                    <a:pt x="5" y="113"/>
                    <a:pt x="10" y="113"/>
                  </a:cubicBezTo>
                  <a:cubicBezTo>
                    <a:pt x="112" y="113"/>
                    <a:pt x="112" y="113"/>
                    <a:pt x="112" y="113"/>
                  </a:cubicBezTo>
                  <a:cubicBezTo>
                    <a:pt x="118" y="113"/>
                    <a:pt x="123" y="109"/>
                    <a:pt x="123" y="103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3" y="5"/>
                    <a:pt x="118" y="0"/>
                    <a:pt x="112" y="0"/>
                  </a:cubicBezTo>
                  <a:close/>
                  <a:moveTo>
                    <a:pt x="116" y="103"/>
                  </a:moveTo>
                  <a:cubicBezTo>
                    <a:pt x="116" y="105"/>
                    <a:pt x="114" y="106"/>
                    <a:pt x="112" y="106"/>
                  </a:cubicBezTo>
                  <a:cubicBezTo>
                    <a:pt x="10" y="106"/>
                    <a:pt x="10" y="106"/>
                    <a:pt x="10" y="106"/>
                  </a:cubicBezTo>
                  <a:cubicBezTo>
                    <a:pt x="9" y="106"/>
                    <a:pt x="7" y="105"/>
                    <a:pt x="7" y="103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116" y="36"/>
                    <a:pt x="116" y="36"/>
                    <a:pt x="116" y="36"/>
                  </a:cubicBezTo>
                  <a:lnTo>
                    <a:pt x="116" y="103"/>
                  </a:lnTo>
                  <a:close/>
                  <a:moveTo>
                    <a:pt x="116" y="29"/>
                  </a:moveTo>
                  <a:cubicBezTo>
                    <a:pt x="7" y="29"/>
                    <a:pt x="7" y="29"/>
                    <a:pt x="7" y="29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9"/>
                    <a:pt x="9" y="7"/>
                    <a:pt x="10" y="7"/>
                  </a:cubicBezTo>
                  <a:cubicBezTo>
                    <a:pt x="112" y="7"/>
                    <a:pt x="112" y="7"/>
                    <a:pt x="112" y="7"/>
                  </a:cubicBezTo>
                  <a:cubicBezTo>
                    <a:pt x="114" y="7"/>
                    <a:pt x="116" y="9"/>
                    <a:pt x="116" y="10"/>
                  </a:cubicBezTo>
                  <a:lnTo>
                    <a:pt x="116" y="29"/>
                  </a:lnTo>
                  <a:close/>
                  <a:moveTo>
                    <a:pt x="116" y="29"/>
                  </a:moveTo>
                  <a:cubicBezTo>
                    <a:pt x="116" y="29"/>
                    <a:pt x="116" y="29"/>
                    <a:pt x="116" y="29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2029;p81">
              <a:extLst>
                <a:ext uri="{FF2B5EF4-FFF2-40B4-BE49-F238E27FC236}">
                  <a16:creationId xmlns:a16="http://schemas.microsoft.com/office/drawing/2014/main" id="{2DEA802E-81FF-1D9B-8FE7-6783DCCF8F7D}"/>
                </a:ext>
              </a:extLst>
            </p:cNvPr>
            <p:cNvSpPr/>
            <p:nvPr/>
          </p:nvSpPr>
          <p:spPr>
            <a:xfrm>
              <a:off x="7901706" y="3079889"/>
              <a:ext cx="58130" cy="69757"/>
            </a:xfrm>
            <a:custGeom>
              <a:avLst/>
              <a:gdLst/>
              <a:ahLst/>
              <a:cxnLst/>
              <a:rect l="l" t="t" r="r" b="b"/>
              <a:pathLst>
                <a:path w="21" h="25" extrusionOk="0">
                  <a:moveTo>
                    <a:pt x="10" y="25"/>
                  </a:moveTo>
                  <a:cubicBezTo>
                    <a:pt x="16" y="25"/>
                    <a:pt x="21" y="20"/>
                    <a:pt x="21" y="14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5"/>
                    <a:pt x="16" y="0"/>
                    <a:pt x="10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20"/>
                    <a:pt x="4" y="25"/>
                    <a:pt x="10" y="25"/>
                  </a:cubicBezTo>
                  <a:close/>
                  <a:moveTo>
                    <a:pt x="7" y="11"/>
                  </a:moveTo>
                  <a:cubicBezTo>
                    <a:pt x="7" y="9"/>
                    <a:pt x="8" y="7"/>
                    <a:pt x="10" y="7"/>
                  </a:cubicBezTo>
                  <a:cubicBezTo>
                    <a:pt x="12" y="7"/>
                    <a:pt x="14" y="9"/>
                    <a:pt x="14" y="11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6"/>
                    <a:pt x="12" y="18"/>
                    <a:pt x="10" y="18"/>
                  </a:cubicBezTo>
                  <a:cubicBezTo>
                    <a:pt x="8" y="18"/>
                    <a:pt x="7" y="16"/>
                    <a:pt x="7" y="14"/>
                  </a:cubicBezTo>
                  <a:lnTo>
                    <a:pt x="7" y="11"/>
                  </a:lnTo>
                  <a:close/>
                  <a:moveTo>
                    <a:pt x="7" y="11"/>
                  </a:moveTo>
                  <a:cubicBezTo>
                    <a:pt x="7" y="11"/>
                    <a:pt x="7" y="11"/>
                    <a:pt x="7" y="1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2030;p81">
              <a:extLst>
                <a:ext uri="{FF2B5EF4-FFF2-40B4-BE49-F238E27FC236}">
                  <a16:creationId xmlns:a16="http://schemas.microsoft.com/office/drawing/2014/main" id="{6BD4AA1F-1F3B-554E-1FB5-2ECCB400CA71}"/>
                </a:ext>
              </a:extLst>
            </p:cNvPr>
            <p:cNvSpPr/>
            <p:nvPr/>
          </p:nvSpPr>
          <p:spPr>
            <a:xfrm>
              <a:off x="7800560" y="3079889"/>
              <a:ext cx="32553" cy="69757"/>
            </a:xfrm>
            <a:custGeom>
              <a:avLst/>
              <a:gdLst/>
              <a:ahLst/>
              <a:cxnLst/>
              <a:rect l="l" t="t" r="r" b="b"/>
              <a:pathLst>
                <a:path w="12" h="25" extrusionOk="0">
                  <a:moveTo>
                    <a:pt x="4" y="7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3"/>
                    <a:pt x="6" y="25"/>
                    <a:pt x="8" y="25"/>
                  </a:cubicBezTo>
                  <a:cubicBezTo>
                    <a:pt x="10" y="25"/>
                    <a:pt x="12" y="23"/>
                    <a:pt x="12" y="21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2"/>
                    <a:pt x="10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7"/>
                    <a:pt x="4" y="7"/>
                  </a:cubicBezTo>
                  <a:close/>
                  <a:moveTo>
                    <a:pt x="4" y="7"/>
                  </a:moveTo>
                  <a:cubicBezTo>
                    <a:pt x="4" y="7"/>
                    <a:pt x="4" y="7"/>
                    <a:pt x="4" y="7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2031;p81">
              <a:extLst>
                <a:ext uri="{FF2B5EF4-FFF2-40B4-BE49-F238E27FC236}">
                  <a16:creationId xmlns:a16="http://schemas.microsoft.com/office/drawing/2014/main" id="{3D480FC6-1688-A542-A097-9B0FE5AC3A65}"/>
                </a:ext>
              </a:extLst>
            </p:cNvPr>
            <p:cNvSpPr/>
            <p:nvPr/>
          </p:nvSpPr>
          <p:spPr>
            <a:xfrm>
              <a:off x="7800560" y="3165922"/>
              <a:ext cx="60456" cy="68595"/>
            </a:xfrm>
            <a:custGeom>
              <a:avLst/>
              <a:gdLst/>
              <a:ahLst/>
              <a:cxnLst/>
              <a:rect l="l" t="t" r="r" b="b"/>
              <a:pathLst>
                <a:path w="22" h="25" extrusionOk="0">
                  <a:moveTo>
                    <a:pt x="11" y="25"/>
                  </a:moveTo>
                  <a:cubicBezTo>
                    <a:pt x="17" y="25"/>
                    <a:pt x="22" y="20"/>
                    <a:pt x="22" y="14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20"/>
                    <a:pt x="5" y="25"/>
                    <a:pt x="11" y="25"/>
                  </a:cubicBezTo>
                  <a:close/>
                  <a:moveTo>
                    <a:pt x="8" y="11"/>
                  </a:moveTo>
                  <a:cubicBezTo>
                    <a:pt x="8" y="9"/>
                    <a:pt x="9" y="8"/>
                    <a:pt x="11" y="8"/>
                  </a:cubicBezTo>
                  <a:cubicBezTo>
                    <a:pt x="13" y="8"/>
                    <a:pt x="15" y="9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6"/>
                    <a:pt x="13" y="18"/>
                    <a:pt x="11" y="18"/>
                  </a:cubicBezTo>
                  <a:cubicBezTo>
                    <a:pt x="9" y="18"/>
                    <a:pt x="8" y="16"/>
                    <a:pt x="8" y="14"/>
                  </a:cubicBezTo>
                  <a:lnTo>
                    <a:pt x="8" y="11"/>
                  </a:lnTo>
                  <a:close/>
                  <a:moveTo>
                    <a:pt x="8" y="11"/>
                  </a:moveTo>
                  <a:cubicBezTo>
                    <a:pt x="8" y="11"/>
                    <a:pt x="8" y="11"/>
                    <a:pt x="8" y="1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2032;p81">
              <a:extLst>
                <a:ext uri="{FF2B5EF4-FFF2-40B4-BE49-F238E27FC236}">
                  <a16:creationId xmlns:a16="http://schemas.microsoft.com/office/drawing/2014/main" id="{E2425FB6-2FB6-123C-B22E-3EBCF9BCD4A8}"/>
                </a:ext>
              </a:extLst>
            </p:cNvPr>
            <p:cNvSpPr/>
            <p:nvPr/>
          </p:nvSpPr>
          <p:spPr>
            <a:xfrm>
              <a:off x="7901706" y="3165922"/>
              <a:ext cx="58130" cy="68595"/>
            </a:xfrm>
            <a:custGeom>
              <a:avLst/>
              <a:gdLst/>
              <a:ahLst/>
              <a:cxnLst/>
              <a:rect l="l" t="t" r="r" b="b"/>
              <a:pathLst>
                <a:path w="21" h="25" extrusionOk="0">
                  <a:moveTo>
                    <a:pt x="10" y="25"/>
                  </a:moveTo>
                  <a:cubicBezTo>
                    <a:pt x="16" y="25"/>
                    <a:pt x="21" y="20"/>
                    <a:pt x="21" y="14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5"/>
                    <a:pt x="16" y="0"/>
                    <a:pt x="10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20"/>
                    <a:pt x="4" y="25"/>
                    <a:pt x="10" y="25"/>
                  </a:cubicBezTo>
                  <a:close/>
                  <a:moveTo>
                    <a:pt x="7" y="11"/>
                  </a:moveTo>
                  <a:cubicBezTo>
                    <a:pt x="7" y="9"/>
                    <a:pt x="8" y="8"/>
                    <a:pt x="10" y="8"/>
                  </a:cubicBezTo>
                  <a:cubicBezTo>
                    <a:pt x="12" y="8"/>
                    <a:pt x="14" y="9"/>
                    <a:pt x="14" y="11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6"/>
                    <a:pt x="12" y="18"/>
                    <a:pt x="10" y="18"/>
                  </a:cubicBezTo>
                  <a:cubicBezTo>
                    <a:pt x="8" y="18"/>
                    <a:pt x="7" y="16"/>
                    <a:pt x="7" y="14"/>
                  </a:cubicBezTo>
                  <a:lnTo>
                    <a:pt x="7" y="11"/>
                  </a:lnTo>
                  <a:close/>
                  <a:moveTo>
                    <a:pt x="7" y="11"/>
                  </a:moveTo>
                  <a:cubicBezTo>
                    <a:pt x="7" y="11"/>
                    <a:pt x="7" y="11"/>
                    <a:pt x="7" y="1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2033;p81">
              <a:extLst>
                <a:ext uri="{FF2B5EF4-FFF2-40B4-BE49-F238E27FC236}">
                  <a16:creationId xmlns:a16="http://schemas.microsoft.com/office/drawing/2014/main" id="{987376B1-404A-0E27-EFDA-7B87C4055FEB}"/>
                </a:ext>
              </a:extLst>
            </p:cNvPr>
            <p:cNvSpPr/>
            <p:nvPr/>
          </p:nvSpPr>
          <p:spPr>
            <a:xfrm>
              <a:off x="7863340" y="3165922"/>
              <a:ext cx="30228" cy="68595"/>
            </a:xfrm>
            <a:custGeom>
              <a:avLst/>
              <a:gdLst/>
              <a:ahLst/>
              <a:cxnLst/>
              <a:rect l="l" t="t" r="r" b="b"/>
              <a:pathLst>
                <a:path w="11" h="25" extrusionOk="0"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3"/>
                    <a:pt x="5" y="25"/>
                    <a:pt x="7" y="25"/>
                  </a:cubicBezTo>
                  <a:cubicBezTo>
                    <a:pt x="9" y="25"/>
                    <a:pt x="11" y="23"/>
                    <a:pt x="11" y="22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2"/>
                    <a:pt x="9" y="0"/>
                    <a:pt x="7" y="0"/>
                  </a:cubicBezTo>
                  <a:close/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2034;p81">
              <a:extLst>
                <a:ext uri="{FF2B5EF4-FFF2-40B4-BE49-F238E27FC236}">
                  <a16:creationId xmlns:a16="http://schemas.microsoft.com/office/drawing/2014/main" id="{A1F98F92-7965-F5B6-6B3C-8ABA95C6F040}"/>
                </a:ext>
              </a:extLst>
            </p:cNvPr>
            <p:cNvSpPr/>
            <p:nvPr/>
          </p:nvSpPr>
          <p:spPr>
            <a:xfrm>
              <a:off x="7963325" y="3165922"/>
              <a:ext cx="30228" cy="68595"/>
            </a:xfrm>
            <a:custGeom>
              <a:avLst/>
              <a:gdLst/>
              <a:ahLst/>
              <a:cxnLst/>
              <a:rect l="l" t="t" r="r" b="b"/>
              <a:pathLst>
                <a:path w="11" h="25" extrusionOk="0">
                  <a:moveTo>
                    <a:pt x="3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3"/>
                    <a:pt x="6" y="25"/>
                    <a:pt x="8" y="25"/>
                  </a:cubicBezTo>
                  <a:cubicBezTo>
                    <a:pt x="10" y="25"/>
                    <a:pt x="11" y="23"/>
                    <a:pt x="11" y="22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2"/>
                    <a:pt x="10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6"/>
                    <a:pt x="1" y="8"/>
                    <a:pt x="3" y="8"/>
                  </a:cubicBez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2035;p81">
              <a:extLst>
                <a:ext uri="{FF2B5EF4-FFF2-40B4-BE49-F238E27FC236}">
                  <a16:creationId xmlns:a16="http://schemas.microsoft.com/office/drawing/2014/main" id="{74B05FAB-A15C-9980-4343-0CEDDB2C7853}"/>
                </a:ext>
              </a:extLst>
            </p:cNvPr>
            <p:cNvSpPr/>
            <p:nvPr/>
          </p:nvSpPr>
          <p:spPr>
            <a:xfrm>
              <a:off x="8001690" y="3165922"/>
              <a:ext cx="58130" cy="68595"/>
            </a:xfrm>
            <a:custGeom>
              <a:avLst/>
              <a:gdLst/>
              <a:ahLst/>
              <a:cxnLst/>
              <a:rect l="l" t="t" r="r" b="b"/>
              <a:pathLst>
                <a:path w="21" h="25" extrusionOk="0">
                  <a:moveTo>
                    <a:pt x="11" y="25"/>
                  </a:moveTo>
                  <a:cubicBezTo>
                    <a:pt x="16" y="25"/>
                    <a:pt x="21" y="20"/>
                    <a:pt x="21" y="14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5"/>
                    <a:pt x="16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20"/>
                    <a:pt x="5" y="25"/>
                    <a:pt x="11" y="25"/>
                  </a:cubicBezTo>
                  <a:close/>
                  <a:moveTo>
                    <a:pt x="7" y="11"/>
                  </a:moveTo>
                  <a:cubicBezTo>
                    <a:pt x="7" y="9"/>
                    <a:pt x="9" y="8"/>
                    <a:pt x="11" y="8"/>
                  </a:cubicBezTo>
                  <a:cubicBezTo>
                    <a:pt x="13" y="8"/>
                    <a:pt x="14" y="9"/>
                    <a:pt x="14" y="11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6"/>
                    <a:pt x="13" y="18"/>
                    <a:pt x="11" y="18"/>
                  </a:cubicBezTo>
                  <a:cubicBezTo>
                    <a:pt x="9" y="18"/>
                    <a:pt x="7" y="16"/>
                    <a:pt x="7" y="14"/>
                  </a:cubicBezTo>
                  <a:lnTo>
                    <a:pt x="7" y="11"/>
                  </a:lnTo>
                  <a:close/>
                  <a:moveTo>
                    <a:pt x="7" y="11"/>
                  </a:moveTo>
                  <a:cubicBezTo>
                    <a:pt x="7" y="11"/>
                    <a:pt x="7" y="11"/>
                    <a:pt x="7" y="1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2036;p81">
              <a:extLst>
                <a:ext uri="{FF2B5EF4-FFF2-40B4-BE49-F238E27FC236}">
                  <a16:creationId xmlns:a16="http://schemas.microsoft.com/office/drawing/2014/main" id="{2DB0E88A-862D-CAB8-5CFA-D027489E5768}"/>
                </a:ext>
              </a:extLst>
            </p:cNvPr>
            <p:cNvSpPr/>
            <p:nvPr/>
          </p:nvSpPr>
          <p:spPr>
            <a:xfrm>
              <a:off x="7835438" y="3079889"/>
              <a:ext cx="61619" cy="69757"/>
            </a:xfrm>
            <a:custGeom>
              <a:avLst/>
              <a:gdLst/>
              <a:ahLst/>
              <a:cxnLst/>
              <a:rect l="l" t="t" r="r" b="b"/>
              <a:pathLst>
                <a:path w="22" h="25" extrusionOk="0">
                  <a:moveTo>
                    <a:pt x="11" y="25"/>
                  </a:moveTo>
                  <a:cubicBezTo>
                    <a:pt x="17" y="25"/>
                    <a:pt x="22" y="20"/>
                    <a:pt x="22" y="14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20"/>
                    <a:pt x="5" y="25"/>
                    <a:pt x="11" y="25"/>
                  </a:cubicBezTo>
                  <a:close/>
                  <a:moveTo>
                    <a:pt x="7" y="11"/>
                  </a:moveTo>
                  <a:cubicBezTo>
                    <a:pt x="7" y="9"/>
                    <a:pt x="9" y="7"/>
                    <a:pt x="11" y="7"/>
                  </a:cubicBezTo>
                  <a:cubicBezTo>
                    <a:pt x="13" y="7"/>
                    <a:pt x="15" y="9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6"/>
                    <a:pt x="13" y="18"/>
                    <a:pt x="11" y="18"/>
                  </a:cubicBezTo>
                  <a:cubicBezTo>
                    <a:pt x="9" y="18"/>
                    <a:pt x="7" y="16"/>
                    <a:pt x="7" y="14"/>
                  </a:cubicBezTo>
                  <a:lnTo>
                    <a:pt x="7" y="11"/>
                  </a:lnTo>
                  <a:close/>
                  <a:moveTo>
                    <a:pt x="7" y="11"/>
                  </a:moveTo>
                  <a:cubicBezTo>
                    <a:pt x="7" y="11"/>
                    <a:pt x="7" y="11"/>
                    <a:pt x="7" y="1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2037;p81">
              <a:extLst>
                <a:ext uri="{FF2B5EF4-FFF2-40B4-BE49-F238E27FC236}">
                  <a16:creationId xmlns:a16="http://schemas.microsoft.com/office/drawing/2014/main" id="{BF715689-1DEB-B08E-ECCA-2A476A97BAFA}"/>
                </a:ext>
              </a:extLst>
            </p:cNvPr>
            <p:cNvSpPr/>
            <p:nvPr/>
          </p:nvSpPr>
          <p:spPr>
            <a:xfrm>
              <a:off x="7963325" y="3079889"/>
              <a:ext cx="30228" cy="69757"/>
            </a:xfrm>
            <a:custGeom>
              <a:avLst/>
              <a:gdLst/>
              <a:ahLst/>
              <a:cxnLst/>
              <a:rect l="l" t="t" r="r" b="b"/>
              <a:pathLst>
                <a:path w="11" h="25" extrusionOk="0">
                  <a:moveTo>
                    <a:pt x="3" y="7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3"/>
                    <a:pt x="6" y="25"/>
                    <a:pt x="8" y="25"/>
                  </a:cubicBezTo>
                  <a:cubicBezTo>
                    <a:pt x="10" y="25"/>
                    <a:pt x="11" y="23"/>
                    <a:pt x="11" y="21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2"/>
                    <a:pt x="10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6"/>
                    <a:pt x="1" y="7"/>
                    <a:pt x="3" y="7"/>
                  </a:cubicBezTo>
                  <a:close/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2038;p81">
              <a:extLst>
                <a:ext uri="{FF2B5EF4-FFF2-40B4-BE49-F238E27FC236}">
                  <a16:creationId xmlns:a16="http://schemas.microsoft.com/office/drawing/2014/main" id="{7063AFFF-A4F7-5650-41E9-35C1DAB17D23}"/>
                </a:ext>
              </a:extLst>
            </p:cNvPr>
            <p:cNvSpPr/>
            <p:nvPr/>
          </p:nvSpPr>
          <p:spPr>
            <a:xfrm>
              <a:off x="8001690" y="3079889"/>
              <a:ext cx="58130" cy="69757"/>
            </a:xfrm>
            <a:custGeom>
              <a:avLst/>
              <a:gdLst/>
              <a:ahLst/>
              <a:cxnLst/>
              <a:rect l="l" t="t" r="r" b="b"/>
              <a:pathLst>
                <a:path w="21" h="25" extrusionOk="0">
                  <a:moveTo>
                    <a:pt x="11" y="25"/>
                  </a:moveTo>
                  <a:cubicBezTo>
                    <a:pt x="16" y="25"/>
                    <a:pt x="21" y="20"/>
                    <a:pt x="21" y="14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5"/>
                    <a:pt x="16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20"/>
                    <a:pt x="5" y="25"/>
                    <a:pt x="11" y="25"/>
                  </a:cubicBezTo>
                  <a:close/>
                  <a:moveTo>
                    <a:pt x="7" y="11"/>
                  </a:moveTo>
                  <a:cubicBezTo>
                    <a:pt x="7" y="9"/>
                    <a:pt x="9" y="7"/>
                    <a:pt x="11" y="7"/>
                  </a:cubicBezTo>
                  <a:cubicBezTo>
                    <a:pt x="13" y="7"/>
                    <a:pt x="14" y="9"/>
                    <a:pt x="14" y="11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6"/>
                    <a:pt x="13" y="18"/>
                    <a:pt x="11" y="18"/>
                  </a:cubicBezTo>
                  <a:cubicBezTo>
                    <a:pt x="9" y="18"/>
                    <a:pt x="7" y="16"/>
                    <a:pt x="7" y="14"/>
                  </a:cubicBezTo>
                  <a:lnTo>
                    <a:pt x="7" y="11"/>
                  </a:lnTo>
                  <a:close/>
                  <a:moveTo>
                    <a:pt x="7" y="11"/>
                  </a:moveTo>
                  <a:cubicBezTo>
                    <a:pt x="7" y="11"/>
                    <a:pt x="7" y="11"/>
                    <a:pt x="7" y="1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2039;p81">
              <a:extLst>
                <a:ext uri="{FF2B5EF4-FFF2-40B4-BE49-F238E27FC236}">
                  <a16:creationId xmlns:a16="http://schemas.microsoft.com/office/drawing/2014/main" id="{8817A21C-B639-9EC9-1155-D2F375A8AC2F}"/>
                </a:ext>
              </a:extLst>
            </p:cNvPr>
            <p:cNvSpPr/>
            <p:nvPr/>
          </p:nvSpPr>
          <p:spPr>
            <a:xfrm>
              <a:off x="7959837" y="3003157"/>
              <a:ext cx="19765" cy="18602"/>
            </a:xfrm>
            <a:custGeom>
              <a:avLst/>
              <a:gdLst/>
              <a:ahLst/>
              <a:cxnLst/>
              <a:rect l="l" t="t" r="r" b="b"/>
              <a:pathLst>
                <a:path w="7" h="7" extrusionOk="0">
                  <a:moveTo>
                    <a:pt x="7" y="3"/>
                  </a:moveTo>
                  <a:cubicBezTo>
                    <a:pt x="7" y="5"/>
                    <a:pt x="6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lose/>
                  <a:moveTo>
                    <a:pt x="7" y="3"/>
                  </a:moveTo>
                  <a:cubicBezTo>
                    <a:pt x="7" y="3"/>
                    <a:pt x="7" y="3"/>
                    <a:pt x="7" y="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2040;p81">
              <a:extLst>
                <a:ext uri="{FF2B5EF4-FFF2-40B4-BE49-F238E27FC236}">
                  <a16:creationId xmlns:a16="http://schemas.microsoft.com/office/drawing/2014/main" id="{6CC38CCF-2F40-B36D-3B5E-C277E6239B9B}"/>
                </a:ext>
              </a:extLst>
            </p:cNvPr>
            <p:cNvSpPr/>
            <p:nvPr/>
          </p:nvSpPr>
          <p:spPr>
            <a:xfrm>
              <a:off x="8001690" y="3003157"/>
              <a:ext cx="18602" cy="18602"/>
            </a:xfrm>
            <a:custGeom>
              <a:avLst/>
              <a:gdLst/>
              <a:ahLst/>
              <a:cxnLst/>
              <a:rect l="l" t="t" r="r" b="b"/>
              <a:pathLst>
                <a:path w="7" h="7" extrusionOk="0">
                  <a:moveTo>
                    <a:pt x="7" y="3"/>
                  </a:moveTo>
                  <a:cubicBezTo>
                    <a:pt x="7" y="5"/>
                    <a:pt x="5" y="7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7" y="1"/>
                    <a:pt x="7" y="3"/>
                  </a:cubicBezTo>
                  <a:close/>
                  <a:moveTo>
                    <a:pt x="7" y="3"/>
                  </a:moveTo>
                  <a:cubicBezTo>
                    <a:pt x="7" y="3"/>
                    <a:pt x="7" y="3"/>
                    <a:pt x="7" y="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2041;p81">
              <a:extLst>
                <a:ext uri="{FF2B5EF4-FFF2-40B4-BE49-F238E27FC236}">
                  <a16:creationId xmlns:a16="http://schemas.microsoft.com/office/drawing/2014/main" id="{B6D034E2-5B5D-4EED-D06B-A29ED2E60EE7}"/>
                </a:ext>
              </a:extLst>
            </p:cNvPr>
            <p:cNvSpPr/>
            <p:nvPr/>
          </p:nvSpPr>
          <p:spPr>
            <a:xfrm>
              <a:off x="8040057" y="3003157"/>
              <a:ext cx="19765" cy="18602"/>
            </a:xfrm>
            <a:custGeom>
              <a:avLst/>
              <a:gdLst/>
              <a:ahLst/>
              <a:cxnLst/>
              <a:rect l="l" t="t" r="r" b="b"/>
              <a:pathLst>
                <a:path w="7" h="7" extrusionOk="0">
                  <a:moveTo>
                    <a:pt x="7" y="3"/>
                  </a:moveTo>
                  <a:cubicBezTo>
                    <a:pt x="7" y="5"/>
                    <a:pt x="6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lose/>
                  <a:moveTo>
                    <a:pt x="7" y="3"/>
                  </a:moveTo>
                  <a:cubicBezTo>
                    <a:pt x="7" y="3"/>
                    <a:pt x="7" y="3"/>
                    <a:pt x="7" y="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0EE8A16-F8D9-83CC-381A-96C771878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987" y="1509622"/>
            <a:ext cx="3310387" cy="32241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78"/>
          <p:cNvSpPr txBox="1">
            <a:spLocks noGrp="1"/>
          </p:cNvSpPr>
          <p:nvPr>
            <p:ph type="title"/>
          </p:nvPr>
        </p:nvSpPr>
        <p:spPr>
          <a:xfrm>
            <a:off x="1821367" y="693483"/>
            <a:ext cx="5370300" cy="9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Conclusion &amp; Future Scope</a:t>
            </a:r>
          </a:p>
        </p:txBody>
      </p:sp>
      <p:sp>
        <p:nvSpPr>
          <p:cNvPr id="1819" name="Google Shape;1819;p78"/>
          <p:cNvSpPr txBox="1">
            <a:spLocks noGrp="1"/>
          </p:cNvSpPr>
          <p:nvPr>
            <p:ph type="subTitle" idx="1"/>
          </p:nvPr>
        </p:nvSpPr>
        <p:spPr>
          <a:xfrm>
            <a:off x="1242597" y="1600106"/>
            <a:ext cx="7729556" cy="39010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 algn="l">
              <a:lnSpc>
                <a:spcPct val="114999"/>
              </a:lnSpc>
            </a:pPr>
            <a:r>
              <a:rPr lang="en-US" sz="1200" b="1" dirty="0"/>
              <a:t>  Key Takeaways</a:t>
            </a:r>
            <a:endParaRPr lang="en-US" sz="1200" dirty="0"/>
          </a:p>
          <a:p>
            <a:pPr algn="l">
              <a:lnSpc>
                <a:spcPct val="114999"/>
              </a:lnSpc>
              <a:buFont typeface="Arial"/>
              <a:buChar char="•"/>
            </a:pPr>
            <a:r>
              <a:rPr lang="en-US" sz="1200" dirty="0"/>
              <a:t>Developed a secure, scalable AYUSH Startup Registration Portal.</a:t>
            </a:r>
          </a:p>
          <a:p>
            <a:pPr algn="l">
              <a:lnSpc>
                <a:spcPct val="114999"/>
              </a:lnSpc>
              <a:buFont typeface="Arial"/>
              <a:buChar char="•"/>
            </a:pPr>
            <a:r>
              <a:rPr lang="en-US" sz="1200" dirty="0"/>
              <a:t>Streamlined and centralized registration process for enhanced user experience.</a:t>
            </a:r>
          </a:p>
          <a:p>
            <a:pPr marL="139700" indent="0" algn="l">
              <a:lnSpc>
                <a:spcPct val="114999"/>
              </a:lnSpc>
            </a:pPr>
            <a:r>
              <a:rPr lang="en-US" sz="1200" b="1" dirty="0"/>
              <a:t> Impact and Benefits</a:t>
            </a:r>
            <a:endParaRPr lang="en-US" sz="1200" dirty="0"/>
          </a:p>
          <a:p>
            <a:pPr algn="l">
              <a:lnSpc>
                <a:spcPct val="114999"/>
              </a:lnSpc>
              <a:buFont typeface="Arial"/>
              <a:buChar char="•"/>
            </a:pPr>
            <a:r>
              <a:rPr lang="en-US" sz="1200" dirty="0"/>
              <a:t>Enhanced transparency and decreased delays in startup registration.</a:t>
            </a:r>
          </a:p>
          <a:p>
            <a:pPr algn="l">
              <a:lnSpc>
                <a:spcPct val="114999"/>
              </a:lnSpc>
              <a:buFont typeface="Arial"/>
              <a:buChar char="•"/>
            </a:pPr>
            <a:r>
              <a:rPr lang="en-US" sz="1200" dirty="0"/>
              <a:t>Increased facilitation of innovation and growth in AYUSH healthcare sector.</a:t>
            </a:r>
          </a:p>
          <a:p>
            <a:pPr marL="139700" indent="0" algn="l">
              <a:lnSpc>
                <a:spcPct val="114999"/>
              </a:lnSpc>
            </a:pPr>
            <a:r>
              <a:rPr lang="en-US" sz="1200" b="1" dirty="0"/>
              <a:t> Potential Improvements</a:t>
            </a:r>
            <a:endParaRPr lang="en-US" sz="1200" dirty="0"/>
          </a:p>
          <a:p>
            <a:pPr algn="l">
              <a:lnSpc>
                <a:spcPct val="114999"/>
              </a:lnSpc>
              <a:buFont typeface="Arial"/>
              <a:buChar char="•"/>
            </a:pPr>
            <a:r>
              <a:rPr lang="en-US" sz="1200" dirty="0"/>
              <a:t>Incorporate AI-based support and multilingual capability.</a:t>
            </a:r>
          </a:p>
          <a:p>
            <a:pPr algn="l">
              <a:lnSpc>
                <a:spcPct val="114999"/>
              </a:lnSpc>
              <a:buFont typeface="Arial"/>
              <a:buChar char="•"/>
            </a:pPr>
            <a:r>
              <a:rPr lang="en-US" sz="1200" dirty="0"/>
              <a:t>Increase integration with biometric infrastructure and national databases.</a:t>
            </a:r>
          </a:p>
          <a:p>
            <a:pPr marL="139700" indent="0" algn="l">
              <a:lnSpc>
                <a:spcPct val="114999"/>
              </a:lnSpc>
            </a:pPr>
            <a:r>
              <a:rPr lang="en-US" sz="1200" b="1" dirty="0"/>
              <a:t> Forward-Thinking Outlook</a:t>
            </a:r>
            <a:endParaRPr lang="en-US" sz="1200" dirty="0"/>
          </a:p>
          <a:p>
            <a:pPr algn="l">
              <a:lnSpc>
                <a:spcPct val="114999"/>
              </a:lnSpc>
              <a:buFont typeface="Arial"/>
              <a:buChar char="•"/>
            </a:pPr>
            <a:r>
              <a:rPr lang="en-US" sz="1200" dirty="0"/>
              <a:t>Potential to become a full-fledged AYUSH innovation and support ecosystem.</a:t>
            </a:r>
          </a:p>
          <a:p>
            <a:pPr algn="l">
              <a:lnSpc>
                <a:spcPct val="114999"/>
              </a:lnSpc>
              <a:buFont typeface="Arial"/>
              <a:buChar char="•"/>
            </a:pPr>
            <a:r>
              <a:rPr lang="en-US" sz="1200" dirty="0"/>
              <a:t>Potential for national reach through policy convergence and analytics.</a:t>
            </a:r>
          </a:p>
          <a:p>
            <a:pPr algn="l">
              <a:lnSpc>
                <a:spcPct val="114999"/>
              </a:lnSpc>
              <a:buFont typeface="Arial"/>
              <a:buChar char="•"/>
            </a:pPr>
            <a:endParaRPr lang="en-US" sz="800"/>
          </a:p>
          <a:p>
            <a:pPr algn="l">
              <a:lnSpc>
                <a:spcPct val="114999"/>
              </a:lnSpc>
              <a:buFont typeface="Arial"/>
              <a:buChar char="•"/>
            </a:pPr>
            <a:endParaRPr lang="en-US" sz="800"/>
          </a:p>
          <a:p>
            <a:pPr algn="l">
              <a:lnSpc>
                <a:spcPct val="114999"/>
              </a:lnSpc>
              <a:buFont typeface="Arial"/>
              <a:buChar char="•"/>
            </a:pPr>
            <a:endParaRPr lang="en-US" sz="800"/>
          </a:p>
          <a:p>
            <a:pPr algn="l">
              <a:lnSpc>
                <a:spcPct val="114999"/>
              </a:lnSpc>
              <a:buFont typeface="Arial"/>
              <a:buChar char="•"/>
            </a:pPr>
            <a:endParaRPr lang="en-US"/>
          </a:p>
          <a:p>
            <a:pPr algn="l">
              <a:lnSpc>
                <a:spcPct val="114999"/>
              </a:lnSpc>
              <a:buFont typeface="Arial"/>
              <a:buChar char="•"/>
            </a:pPr>
            <a:endParaRPr lang="en-US"/>
          </a:p>
        </p:txBody>
      </p:sp>
      <p:grpSp>
        <p:nvGrpSpPr>
          <p:cNvPr id="1820" name="Google Shape;1820;p78"/>
          <p:cNvGrpSpPr/>
          <p:nvPr/>
        </p:nvGrpSpPr>
        <p:grpSpPr>
          <a:xfrm>
            <a:off x="-502268" y="-486721"/>
            <a:ext cx="2471175" cy="2747975"/>
            <a:chOff x="7398357" y="-662077"/>
            <a:chExt cx="2471175" cy="2747975"/>
          </a:xfrm>
        </p:grpSpPr>
        <p:sp>
          <p:nvSpPr>
            <p:cNvPr id="1821" name="Google Shape;1821;p78"/>
            <p:cNvSpPr/>
            <p:nvPr/>
          </p:nvSpPr>
          <p:spPr>
            <a:xfrm rot="-5400000">
              <a:off x="7370982" y="-634702"/>
              <a:ext cx="2525925" cy="2471175"/>
            </a:xfrm>
            <a:custGeom>
              <a:avLst/>
              <a:gdLst/>
              <a:ahLst/>
              <a:cxnLst/>
              <a:rect l="l" t="t" r="r" b="b"/>
              <a:pathLst>
                <a:path w="101037" h="98847" extrusionOk="0">
                  <a:moveTo>
                    <a:pt x="12296" y="1"/>
                  </a:moveTo>
                  <a:cubicBezTo>
                    <a:pt x="9431" y="1"/>
                    <a:pt x="6566" y="1095"/>
                    <a:pt x="4378" y="3283"/>
                  </a:cubicBezTo>
                  <a:cubicBezTo>
                    <a:pt x="1" y="7660"/>
                    <a:pt x="1" y="14773"/>
                    <a:pt x="4378" y="19150"/>
                  </a:cubicBezTo>
                  <a:lnTo>
                    <a:pt x="80823" y="95564"/>
                  </a:lnTo>
                  <a:cubicBezTo>
                    <a:pt x="83011" y="97753"/>
                    <a:pt x="85876" y="98847"/>
                    <a:pt x="88741" y="98847"/>
                  </a:cubicBezTo>
                  <a:cubicBezTo>
                    <a:pt x="91606" y="98847"/>
                    <a:pt x="94471" y="97753"/>
                    <a:pt x="96659" y="95564"/>
                  </a:cubicBezTo>
                  <a:cubicBezTo>
                    <a:pt x="101036" y="91187"/>
                    <a:pt x="101036" y="84105"/>
                    <a:pt x="96659" y="79728"/>
                  </a:cubicBezTo>
                  <a:lnTo>
                    <a:pt x="20214" y="3283"/>
                  </a:lnTo>
                  <a:cubicBezTo>
                    <a:pt x="18025" y="1095"/>
                    <a:pt x="15161" y="1"/>
                    <a:pt x="1229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78"/>
            <p:cNvSpPr/>
            <p:nvPr/>
          </p:nvSpPr>
          <p:spPr>
            <a:xfrm rot="-5400000">
              <a:off x="7569882" y="-202877"/>
              <a:ext cx="1193050" cy="1192300"/>
            </a:xfrm>
            <a:custGeom>
              <a:avLst/>
              <a:gdLst/>
              <a:ahLst/>
              <a:cxnLst/>
              <a:rect l="l" t="t" r="r" b="b"/>
              <a:pathLst>
                <a:path w="47722" h="47692" fill="none" extrusionOk="0">
                  <a:moveTo>
                    <a:pt x="44591" y="44591"/>
                  </a:moveTo>
                  <a:lnTo>
                    <a:pt x="44591" y="44591"/>
                  </a:lnTo>
                  <a:cubicBezTo>
                    <a:pt x="47722" y="41491"/>
                    <a:pt x="47722" y="36445"/>
                    <a:pt x="44591" y="33345"/>
                  </a:cubicBezTo>
                  <a:lnTo>
                    <a:pt x="14348" y="3101"/>
                  </a:lnTo>
                  <a:cubicBezTo>
                    <a:pt x="11247" y="1"/>
                    <a:pt x="6201" y="1"/>
                    <a:pt x="3101" y="3101"/>
                  </a:cubicBezTo>
                  <a:lnTo>
                    <a:pt x="3101" y="3101"/>
                  </a:lnTo>
                  <a:cubicBezTo>
                    <a:pt x="1" y="6201"/>
                    <a:pt x="1" y="11217"/>
                    <a:pt x="3101" y="14347"/>
                  </a:cubicBezTo>
                  <a:lnTo>
                    <a:pt x="33375" y="44591"/>
                  </a:lnTo>
                  <a:cubicBezTo>
                    <a:pt x="36476" y="47691"/>
                    <a:pt x="41491" y="47691"/>
                    <a:pt x="44591" y="4459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78"/>
            <p:cNvSpPr/>
            <p:nvPr/>
          </p:nvSpPr>
          <p:spPr>
            <a:xfrm rot="-5400000">
              <a:off x="7937707" y="408023"/>
              <a:ext cx="1677875" cy="1677875"/>
            </a:xfrm>
            <a:custGeom>
              <a:avLst/>
              <a:gdLst/>
              <a:ahLst/>
              <a:cxnLst/>
              <a:rect l="l" t="t" r="r" b="b"/>
              <a:pathLst>
                <a:path w="67115" h="67115" fill="none" extrusionOk="0">
                  <a:moveTo>
                    <a:pt x="64318" y="64287"/>
                  </a:moveTo>
                  <a:lnTo>
                    <a:pt x="64318" y="64287"/>
                  </a:lnTo>
                  <a:cubicBezTo>
                    <a:pt x="67114" y="61491"/>
                    <a:pt x="67114" y="56962"/>
                    <a:pt x="64318" y="54166"/>
                  </a:cubicBezTo>
                  <a:lnTo>
                    <a:pt x="12949" y="2797"/>
                  </a:lnTo>
                  <a:cubicBezTo>
                    <a:pt x="10153" y="1"/>
                    <a:pt x="5624" y="1"/>
                    <a:pt x="2797" y="2797"/>
                  </a:cubicBezTo>
                  <a:lnTo>
                    <a:pt x="2797" y="2797"/>
                  </a:lnTo>
                  <a:cubicBezTo>
                    <a:pt x="1" y="5593"/>
                    <a:pt x="1" y="10122"/>
                    <a:pt x="2797" y="12919"/>
                  </a:cubicBezTo>
                  <a:lnTo>
                    <a:pt x="54166" y="64287"/>
                  </a:lnTo>
                  <a:cubicBezTo>
                    <a:pt x="56993" y="67114"/>
                    <a:pt x="61522" y="67114"/>
                    <a:pt x="64318" y="64287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78"/>
            <p:cNvSpPr/>
            <p:nvPr/>
          </p:nvSpPr>
          <p:spPr>
            <a:xfrm rot="-5400000">
              <a:off x="8047894" y="289485"/>
              <a:ext cx="1309325" cy="1274350"/>
            </a:xfrm>
            <a:custGeom>
              <a:avLst/>
              <a:gdLst/>
              <a:ahLst/>
              <a:cxnLst/>
              <a:rect l="l" t="t" r="r" b="b"/>
              <a:pathLst>
                <a:path w="52373" h="50974" extrusionOk="0">
                  <a:moveTo>
                    <a:pt x="7884" y="0"/>
                  </a:moveTo>
                  <a:cubicBezTo>
                    <a:pt x="6049" y="0"/>
                    <a:pt x="4210" y="699"/>
                    <a:pt x="2797" y="2097"/>
                  </a:cubicBezTo>
                  <a:cubicBezTo>
                    <a:pt x="0" y="4894"/>
                    <a:pt x="0" y="9453"/>
                    <a:pt x="2797" y="12250"/>
                  </a:cubicBezTo>
                  <a:lnTo>
                    <a:pt x="39424" y="48876"/>
                  </a:lnTo>
                  <a:cubicBezTo>
                    <a:pt x="40822" y="50274"/>
                    <a:pt x="42661" y="50973"/>
                    <a:pt x="44500" y="50973"/>
                  </a:cubicBezTo>
                  <a:cubicBezTo>
                    <a:pt x="46339" y="50973"/>
                    <a:pt x="48178" y="50274"/>
                    <a:pt x="49576" y="48876"/>
                  </a:cubicBezTo>
                  <a:cubicBezTo>
                    <a:pt x="52372" y="46049"/>
                    <a:pt x="52372" y="41520"/>
                    <a:pt x="49576" y="38724"/>
                  </a:cubicBezTo>
                  <a:lnTo>
                    <a:pt x="12949" y="2097"/>
                  </a:lnTo>
                  <a:cubicBezTo>
                    <a:pt x="11551" y="699"/>
                    <a:pt x="9719" y="0"/>
                    <a:pt x="78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78"/>
            <p:cNvSpPr/>
            <p:nvPr/>
          </p:nvSpPr>
          <p:spPr>
            <a:xfrm rot="-5400000">
              <a:off x="7513119" y="-490540"/>
              <a:ext cx="1827575" cy="1809500"/>
            </a:xfrm>
            <a:custGeom>
              <a:avLst/>
              <a:gdLst/>
              <a:ahLst/>
              <a:cxnLst/>
              <a:rect l="l" t="t" r="r" b="b"/>
              <a:pathLst>
                <a:path w="73103" h="72380" extrusionOk="0">
                  <a:moveTo>
                    <a:pt x="4089" y="0"/>
                  </a:moveTo>
                  <a:cubicBezTo>
                    <a:pt x="3139" y="0"/>
                    <a:pt x="2189" y="358"/>
                    <a:pt x="1460" y="1072"/>
                  </a:cubicBezTo>
                  <a:cubicBezTo>
                    <a:pt x="1" y="2531"/>
                    <a:pt x="1" y="4871"/>
                    <a:pt x="1460" y="6330"/>
                  </a:cubicBezTo>
                  <a:lnTo>
                    <a:pt x="66415" y="71286"/>
                  </a:lnTo>
                  <a:cubicBezTo>
                    <a:pt x="67130" y="72015"/>
                    <a:pt x="68080" y="72380"/>
                    <a:pt x="69033" y="72380"/>
                  </a:cubicBezTo>
                  <a:cubicBezTo>
                    <a:pt x="69987" y="72380"/>
                    <a:pt x="70944" y="72015"/>
                    <a:pt x="71674" y="71286"/>
                  </a:cubicBezTo>
                  <a:cubicBezTo>
                    <a:pt x="73103" y="69827"/>
                    <a:pt x="73103" y="67486"/>
                    <a:pt x="71674" y="66027"/>
                  </a:cubicBezTo>
                  <a:lnTo>
                    <a:pt x="6718" y="1072"/>
                  </a:lnTo>
                  <a:cubicBezTo>
                    <a:pt x="5989" y="358"/>
                    <a:pt x="5039" y="0"/>
                    <a:pt x="4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6" name="Google Shape;1826;p78"/>
          <p:cNvGrpSpPr/>
          <p:nvPr/>
        </p:nvGrpSpPr>
        <p:grpSpPr>
          <a:xfrm>
            <a:off x="7598602" y="3"/>
            <a:ext cx="1664331" cy="1664331"/>
            <a:chOff x="3901550" y="2223725"/>
            <a:chExt cx="1557050" cy="1557050"/>
          </a:xfrm>
        </p:grpSpPr>
        <p:sp>
          <p:nvSpPr>
            <p:cNvPr id="1827" name="Google Shape;1827;p78"/>
            <p:cNvSpPr/>
            <p:nvPr/>
          </p:nvSpPr>
          <p:spPr>
            <a:xfrm>
              <a:off x="4212350" y="2535275"/>
              <a:ext cx="934700" cy="933925"/>
            </a:xfrm>
            <a:custGeom>
              <a:avLst/>
              <a:gdLst/>
              <a:ahLst/>
              <a:cxnLst/>
              <a:rect l="l" t="t" r="r" b="b"/>
              <a:pathLst>
                <a:path w="37388" h="37357" extrusionOk="0">
                  <a:moveTo>
                    <a:pt x="18694" y="1"/>
                  </a:moveTo>
                  <a:cubicBezTo>
                    <a:pt x="8390" y="1"/>
                    <a:pt x="1" y="8360"/>
                    <a:pt x="1" y="18664"/>
                  </a:cubicBezTo>
                  <a:cubicBezTo>
                    <a:pt x="1" y="28998"/>
                    <a:pt x="8390" y="37357"/>
                    <a:pt x="18694" y="37357"/>
                  </a:cubicBezTo>
                  <a:cubicBezTo>
                    <a:pt x="29028" y="37357"/>
                    <a:pt x="37387" y="28998"/>
                    <a:pt x="37387" y="18664"/>
                  </a:cubicBezTo>
                  <a:cubicBezTo>
                    <a:pt x="37387" y="8360"/>
                    <a:pt x="29028" y="1"/>
                    <a:pt x="186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78"/>
            <p:cNvSpPr/>
            <p:nvPr/>
          </p:nvSpPr>
          <p:spPr>
            <a:xfrm>
              <a:off x="4385600" y="2707775"/>
              <a:ext cx="588950" cy="588950"/>
            </a:xfrm>
            <a:custGeom>
              <a:avLst/>
              <a:gdLst/>
              <a:ahLst/>
              <a:cxnLst/>
              <a:rect l="l" t="t" r="r" b="b"/>
              <a:pathLst>
                <a:path w="23558" h="23558" fill="none" extrusionOk="0">
                  <a:moveTo>
                    <a:pt x="23557" y="11764"/>
                  </a:moveTo>
                  <a:cubicBezTo>
                    <a:pt x="23557" y="18268"/>
                    <a:pt x="18269" y="23557"/>
                    <a:pt x="11764" y="23557"/>
                  </a:cubicBezTo>
                  <a:cubicBezTo>
                    <a:pt x="5259" y="23557"/>
                    <a:pt x="1" y="18268"/>
                    <a:pt x="1" y="11764"/>
                  </a:cubicBezTo>
                  <a:cubicBezTo>
                    <a:pt x="1" y="5259"/>
                    <a:pt x="5259" y="1"/>
                    <a:pt x="11764" y="1"/>
                  </a:cubicBezTo>
                  <a:cubicBezTo>
                    <a:pt x="18269" y="1"/>
                    <a:pt x="23557" y="5259"/>
                    <a:pt x="23557" y="11764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78"/>
            <p:cNvSpPr/>
            <p:nvPr/>
          </p:nvSpPr>
          <p:spPr>
            <a:xfrm>
              <a:off x="4596100" y="2919025"/>
              <a:ext cx="167200" cy="166450"/>
            </a:xfrm>
            <a:custGeom>
              <a:avLst/>
              <a:gdLst/>
              <a:ahLst/>
              <a:cxnLst/>
              <a:rect l="l" t="t" r="r" b="b"/>
              <a:pathLst>
                <a:path w="6688" h="6658" extrusionOk="0">
                  <a:moveTo>
                    <a:pt x="3344" y="1"/>
                  </a:moveTo>
                  <a:cubicBezTo>
                    <a:pt x="1520" y="1"/>
                    <a:pt x="0" y="1490"/>
                    <a:pt x="0" y="3314"/>
                  </a:cubicBezTo>
                  <a:cubicBezTo>
                    <a:pt x="0" y="5168"/>
                    <a:pt x="1520" y="6657"/>
                    <a:pt x="3344" y="6657"/>
                  </a:cubicBezTo>
                  <a:cubicBezTo>
                    <a:pt x="5198" y="6657"/>
                    <a:pt x="6687" y="5168"/>
                    <a:pt x="6687" y="3314"/>
                  </a:cubicBezTo>
                  <a:cubicBezTo>
                    <a:pt x="6687" y="1490"/>
                    <a:pt x="5198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78"/>
            <p:cNvSpPr/>
            <p:nvPr/>
          </p:nvSpPr>
          <p:spPr>
            <a:xfrm>
              <a:off x="4496550" y="2819475"/>
              <a:ext cx="366300" cy="365525"/>
            </a:xfrm>
            <a:custGeom>
              <a:avLst/>
              <a:gdLst/>
              <a:ahLst/>
              <a:cxnLst/>
              <a:rect l="l" t="t" r="r" b="b"/>
              <a:pathLst>
                <a:path w="14652" h="14621" fill="none" extrusionOk="0">
                  <a:moveTo>
                    <a:pt x="14651" y="7296"/>
                  </a:moveTo>
                  <a:cubicBezTo>
                    <a:pt x="14651" y="11338"/>
                    <a:pt x="11369" y="14621"/>
                    <a:pt x="7326" y="14621"/>
                  </a:cubicBezTo>
                  <a:cubicBezTo>
                    <a:pt x="3283" y="14621"/>
                    <a:pt x="1" y="11338"/>
                    <a:pt x="1" y="7296"/>
                  </a:cubicBezTo>
                  <a:cubicBezTo>
                    <a:pt x="1" y="3283"/>
                    <a:pt x="3283" y="1"/>
                    <a:pt x="7326" y="1"/>
                  </a:cubicBezTo>
                  <a:cubicBezTo>
                    <a:pt x="11369" y="1"/>
                    <a:pt x="14651" y="3283"/>
                    <a:pt x="14651" y="7296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78"/>
            <p:cNvSpPr/>
            <p:nvPr/>
          </p:nvSpPr>
          <p:spPr>
            <a:xfrm>
              <a:off x="3901550" y="2223725"/>
              <a:ext cx="1557050" cy="1557050"/>
            </a:xfrm>
            <a:custGeom>
              <a:avLst/>
              <a:gdLst/>
              <a:ahLst/>
              <a:cxnLst/>
              <a:rect l="l" t="t" r="r" b="b"/>
              <a:pathLst>
                <a:path w="62282" h="62282" extrusionOk="0">
                  <a:moveTo>
                    <a:pt x="31126" y="5259"/>
                  </a:moveTo>
                  <a:cubicBezTo>
                    <a:pt x="45412" y="5259"/>
                    <a:pt x="57023" y="16840"/>
                    <a:pt x="57023" y="31126"/>
                  </a:cubicBezTo>
                  <a:cubicBezTo>
                    <a:pt x="57023" y="45442"/>
                    <a:pt x="45412" y="57023"/>
                    <a:pt x="31126" y="57023"/>
                  </a:cubicBezTo>
                  <a:cubicBezTo>
                    <a:pt x="16840" y="57023"/>
                    <a:pt x="5259" y="45442"/>
                    <a:pt x="5259" y="31126"/>
                  </a:cubicBezTo>
                  <a:cubicBezTo>
                    <a:pt x="5259" y="16840"/>
                    <a:pt x="16840" y="5259"/>
                    <a:pt x="31126" y="5259"/>
                  </a:cubicBezTo>
                  <a:close/>
                  <a:moveTo>
                    <a:pt x="31126" y="1"/>
                  </a:moveTo>
                  <a:cubicBezTo>
                    <a:pt x="13922" y="1"/>
                    <a:pt x="1" y="13952"/>
                    <a:pt x="1" y="31126"/>
                  </a:cubicBezTo>
                  <a:cubicBezTo>
                    <a:pt x="1" y="48330"/>
                    <a:pt x="13922" y="62281"/>
                    <a:pt x="31126" y="62281"/>
                  </a:cubicBezTo>
                  <a:cubicBezTo>
                    <a:pt x="48330" y="62281"/>
                    <a:pt x="62281" y="48330"/>
                    <a:pt x="62281" y="31126"/>
                  </a:cubicBezTo>
                  <a:cubicBezTo>
                    <a:pt x="62281" y="13952"/>
                    <a:pt x="48330" y="1"/>
                    <a:pt x="31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opology - Master of Science in Mathematics by Slidesgo">
  <a:themeElements>
    <a:clrScheme name="Simple Light">
      <a:dk1>
        <a:srgbClr val="233251"/>
      </a:dk1>
      <a:lt1>
        <a:srgbClr val="34579E"/>
      </a:lt1>
      <a:dk2>
        <a:srgbClr val="36867D"/>
      </a:dk2>
      <a:lt2>
        <a:srgbClr val="70A19C"/>
      </a:lt2>
      <a:accent1>
        <a:srgbClr val="F1F1F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332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Topology - Master of Science in Mathematics by Slidesgo</vt:lpstr>
      <vt:lpstr>Topic                     : AYUSH Startup Registration                                             Portal  Domain      : Health Team ID                 : T092 Team name      : Zero Day Squad Team members  : Zobiya Fatima(2303A51879)            G. Spriha(2302A51850)                             A. Sushmitha(2303A51541)                             K. Bhavya Sri(2303A1863)      </vt:lpstr>
      <vt:lpstr>Objective</vt:lpstr>
      <vt:lpstr>Problem Statement</vt:lpstr>
      <vt:lpstr>Current AYUSH Registration System Overview</vt:lpstr>
      <vt:lpstr>Proposed system</vt:lpstr>
      <vt:lpstr>Workflow</vt:lpstr>
      <vt:lpstr>System Architecture </vt:lpstr>
      <vt:lpstr>Conclusion &amp;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Shashank Jakku</dc:creator>
  <cp:revision>1321</cp:revision>
  <dcterms:modified xsi:type="dcterms:W3CDTF">2025-04-04T18:32:49Z</dcterms:modified>
</cp:coreProperties>
</file>